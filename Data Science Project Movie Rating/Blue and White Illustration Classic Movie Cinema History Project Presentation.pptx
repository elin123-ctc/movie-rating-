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Comic Sans MS" panose="030F0702030302020204" pitchFamily="66" charset="0"/>
      <p:regular r:id="rId13"/>
      <p:bold r:id="rId14"/>
      <p:italic r:id="rId15"/>
      <p:boldItalic r:id="rId16"/>
    </p:embeddedFont>
    <p:embeddedFont>
      <p:font typeface="Forte" panose="03060902040502070203" pitchFamily="66" charset="0"/>
      <p:regular r:id="rId17"/>
    </p:embeddedFont>
    <p:embeddedFont>
      <p:font typeface="Glacial Indifference" panose="020B0604020202020204" charset="0"/>
      <p:regular r:id="rId18"/>
    </p:embeddedFont>
    <p:embeddedFont>
      <p:font typeface="Pristina" panose="03060402040406080204" pitchFamily="66" charset="0"/>
      <p:regular r:id="rId19"/>
    </p:embeddedFont>
    <p:embeddedFont>
      <p:font typeface="Special Elite"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27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sv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5" Type="http://schemas.openxmlformats.org/officeDocument/2006/relationships/image" Target="../media/image2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 Id="rId14" Type="http://schemas.openxmlformats.org/officeDocument/2006/relationships/image" Target="../media/image20.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sv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5" Type="http://schemas.openxmlformats.org/officeDocument/2006/relationships/image" Target="../media/image2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 Id="rId14" Type="http://schemas.openxmlformats.org/officeDocument/2006/relationships/image" Target="../media/image20.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sv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5" Type="http://schemas.openxmlformats.org/officeDocument/2006/relationships/image" Target="../media/image2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 Id="rId14" Type="http://schemas.openxmlformats.org/officeDocument/2006/relationships/image" Target="../media/image20.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sv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5" Type="http://schemas.openxmlformats.org/officeDocument/2006/relationships/image" Target="../media/image2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 Id="rId14" Type="http://schemas.openxmlformats.org/officeDocument/2006/relationships/image" Target="../media/image20.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sv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18.png"/><Relationship Id="rId2" Type="http://schemas.openxmlformats.org/officeDocument/2006/relationships/image" Target="../media/image8.png"/><Relationship Id="rId16"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5" Type="http://schemas.openxmlformats.org/officeDocument/2006/relationships/image" Target="../media/image2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 Id="rId14" Type="http://schemas.openxmlformats.org/officeDocument/2006/relationships/image" Target="../media/image20.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sv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5" Type="http://schemas.openxmlformats.org/officeDocument/2006/relationships/image" Target="../media/image2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 Id="rId14"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svg"/><Relationship Id="rId18" Type="http://schemas.openxmlformats.org/officeDocument/2006/relationships/image" Target="../media/image25.jpe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18.png"/><Relationship Id="rId17" Type="http://schemas.openxmlformats.org/officeDocument/2006/relationships/image" Target="../media/image24.jpeg"/><Relationship Id="rId2" Type="http://schemas.openxmlformats.org/officeDocument/2006/relationships/image" Target="../media/image8.png"/><Relationship Id="rId16" Type="http://schemas.openxmlformats.org/officeDocument/2006/relationships/image" Target="../media/image23.jpe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5" Type="http://schemas.openxmlformats.org/officeDocument/2006/relationships/image" Target="../media/image2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 Id="rId14"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sv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18.png"/><Relationship Id="rId17" Type="http://schemas.openxmlformats.org/officeDocument/2006/relationships/image" Target="../media/image4.svg"/><Relationship Id="rId2" Type="http://schemas.openxmlformats.org/officeDocument/2006/relationships/image" Target="../media/image8.png"/><Relationship Id="rId16"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5" Type="http://schemas.openxmlformats.org/officeDocument/2006/relationships/image" Target="../media/image2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 Id="rId14"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sv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5" Type="http://schemas.openxmlformats.org/officeDocument/2006/relationships/image" Target="../media/image2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 Id="rId1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92637"/>
        </a:solidFill>
        <a:effectLst/>
      </p:bgPr>
    </p:bg>
    <p:spTree>
      <p:nvGrpSpPr>
        <p:cNvPr id="1" name=""/>
        <p:cNvGrpSpPr/>
        <p:nvPr/>
      </p:nvGrpSpPr>
      <p:grpSpPr>
        <a:xfrm>
          <a:off x="0" y="0"/>
          <a:ext cx="0" cy="0"/>
          <a:chOff x="0" y="0"/>
          <a:chExt cx="0" cy="0"/>
        </a:xfrm>
      </p:grpSpPr>
      <p:sp>
        <p:nvSpPr>
          <p:cNvPr id="2" name="Freeform 2"/>
          <p:cNvSpPr/>
          <p:nvPr/>
        </p:nvSpPr>
        <p:spPr>
          <a:xfrm>
            <a:off x="-292871" y="1581446"/>
            <a:ext cx="18873741" cy="10644034"/>
          </a:xfrm>
          <a:custGeom>
            <a:avLst/>
            <a:gdLst/>
            <a:ahLst/>
            <a:cxnLst/>
            <a:rect l="l" t="t" r="r" b="b"/>
            <a:pathLst>
              <a:path w="18873741" h="10644034">
                <a:moveTo>
                  <a:pt x="0" y="0"/>
                </a:moveTo>
                <a:lnTo>
                  <a:pt x="18873742" y="0"/>
                </a:lnTo>
                <a:lnTo>
                  <a:pt x="18873742" y="10644034"/>
                </a:lnTo>
                <a:lnTo>
                  <a:pt x="0" y="106440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292871" y="107233"/>
            <a:ext cx="18873741" cy="10644034"/>
          </a:xfrm>
          <a:custGeom>
            <a:avLst/>
            <a:gdLst/>
            <a:ahLst/>
            <a:cxnLst/>
            <a:rect l="l" t="t" r="r" b="b"/>
            <a:pathLst>
              <a:path w="18873741" h="10644034">
                <a:moveTo>
                  <a:pt x="0" y="10644034"/>
                </a:moveTo>
                <a:lnTo>
                  <a:pt x="18873742" y="10644034"/>
                </a:lnTo>
                <a:lnTo>
                  <a:pt x="18873742" y="0"/>
                </a:lnTo>
                <a:lnTo>
                  <a:pt x="0" y="0"/>
                </a:lnTo>
                <a:lnTo>
                  <a:pt x="0" y="10644034"/>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grpSp>
        <p:nvGrpSpPr>
          <p:cNvPr id="4" name="Group 4"/>
          <p:cNvGrpSpPr/>
          <p:nvPr/>
        </p:nvGrpSpPr>
        <p:grpSpPr>
          <a:xfrm>
            <a:off x="-6505" y="-43043"/>
            <a:ext cx="18989176" cy="1395919"/>
            <a:chOff x="0" y="0"/>
            <a:chExt cx="5001265" cy="367650"/>
          </a:xfrm>
        </p:grpSpPr>
        <p:sp>
          <p:nvSpPr>
            <p:cNvPr id="5" name="Freeform 5"/>
            <p:cNvSpPr/>
            <p:nvPr/>
          </p:nvSpPr>
          <p:spPr>
            <a:xfrm>
              <a:off x="0" y="0"/>
              <a:ext cx="5001264" cy="367650"/>
            </a:xfrm>
            <a:custGeom>
              <a:avLst/>
              <a:gdLst/>
              <a:ahLst/>
              <a:cxnLst/>
              <a:rect l="l" t="t" r="r" b="b"/>
              <a:pathLst>
                <a:path w="5001264" h="367650">
                  <a:moveTo>
                    <a:pt x="0" y="0"/>
                  </a:moveTo>
                  <a:lnTo>
                    <a:pt x="5001264" y="0"/>
                  </a:lnTo>
                  <a:lnTo>
                    <a:pt x="5001264" y="367650"/>
                  </a:lnTo>
                  <a:lnTo>
                    <a:pt x="0" y="367650"/>
                  </a:lnTo>
                  <a:close/>
                </a:path>
              </a:pathLst>
            </a:custGeom>
            <a:solidFill>
              <a:srgbClr val="2E3B4B"/>
            </a:solidFill>
          </p:spPr>
        </p:sp>
        <p:sp>
          <p:nvSpPr>
            <p:cNvPr id="6" name="TextBox 6"/>
            <p:cNvSpPr txBox="1"/>
            <p:nvPr/>
          </p:nvSpPr>
          <p:spPr>
            <a:xfrm>
              <a:off x="0" y="-47625"/>
              <a:ext cx="5001265" cy="415275"/>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0" y="1333826"/>
            <a:ext cx="18989176" cy="1395919"/>
            <a:chOff x="0" y="0"/>
            <a:chExt cx="5001265" cy="367650"/>
          </a:xfrm>
        </p:grpSpPr>
        <p:sp>
          <p:nvSpPr>
            <p:cNvPr id="8" name="Freeform 8"/>
            <p:cNvSpPr/>
            <p:nvPr/>
          </p:nvSpPr>
          <p:spPr>
            <a:xfrm>
              <a:off x="0" y="0"/>
              <a:ext cx="5001264" cy="367650"/>
            </a:xfrm>
            <a:custGeom>
              <a:avLst/>
              <a:gdLst/>
              <a:ahLst/>
              <a:cxnLst/>
              <a:rect l="l" t="t" r="r" b="b"/>
              <a:pathLst>
                <a:path w="5001264" h="367650">
                  <a:moveTo>
                    <a:pt x="0" y="0"/>
                  </a:moveTo>
                  <a:lnTo>
                    <a:pt x="5001264" y="0"/>
                  </a:lnTo>
                  <a:lnTo>
                    <a:pt x="5001264" y="367650"/>
                  </a:lnTo>
                  <a:lnTo>
                    <a:pt x="0" y="367650"/>
                  </a:lnTo>
                  <a:close/>
                </a:path>
              </a:pathLst>
            </a:custGeom>
            <a:solidFill>
              <a:srgbClr val="2E3B4B"/>
            </a:solidFill>
          </p:spPr>
          <p:txBody>
            <a:bodyPr/>
            <a:lstStyle/>
            <a:p>
              <a:endParaRPr lang="en-IN" dirty="0"/>
            </a:p>
          </p:txBody>
        </p:sp>
        <p:sp>
          <p:nvSpPr>
            <p:cNvPr id="9" name="TextBox 9"/>
            <p:cNvSpPr txBox="1"/>
            <p:nvPr/>
          </p:nvSpPr>
          <p:spPr>
            <a:xfrm>
              <a:off x="0" y="-47625"/>
              <a:ext cx="5001265" cy="415275"/>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21945" y="-52473"/>
            <a:ext cx="5114499" cy="1405349"/>
            <a:chOff x="0" y="0"/>
            <a:chExt cx="608735" cy="167267"/>
          </a:xfrm>
        </p:grpSpPr>
        <p:sp>
          <p:nvSpPr>
            <p:cNvPr id="11" name="Freeform 11"/>
            <p:cNvSpPr/>
            <p:nvPr/>
          </p:nvSpPr>
          <p:spPr>
            <a:xfrm>
              <a:off x="0" y="0"/>
              <a:ext cx="608735" cy="167267"/>
            </a:xfrm>
            <a:custGeom>
              <a:avLst/>
              <a:gdLst/>
              <a:ahLst/>
              <a:cxnLst/>
              <a:rect l="l" t="t" r="r" b="b"/>
              <a:pathLst>
                <a:path w="608735" h="167267">
                  <a:moveTo>
                    <a:pt x="405535" y="0"/>
                  </a:moveTo>
                  <a:lnTo>
                    <a:pt x="0" y="0"/>
                  </a:lnTo>
                  <a:lnTo>
                    <a:pt x="203200" y="167267"/>
                  </a:lnTo>
                  <a:lnTo>
                    <a:pt x="608735" y="167267"/>
                  </a:lnTo>
                  <a:lnTo>
                    <a:pt x="405535" y="0"/>
                  </a:lnTo>
                  <a:close/>
                </a:path>
              </a:pathLst>
            </a:custGeom>
            <a:solidFill>
              <a:srgbClr val="FFFFFF"/>
            </a:solidFill>
            <a:ln cap="sq">
              <a:noFill/>
              <a:prstDash val="solid"/>
              <a:miter/>
            </a:ln>
          </p:spPr>
        </p:sp>
        <p:sp>
          <p:nvSpPr>
            <p:cNvPr id="12" name="TextBox 12"/>
            <p:cNvSpPr txBox="1"/>
            <p:nvPr/>
          </p:nvSpPr>
          <p:spPr>
            <a:xfrm>
              <a:off x="101600" y="-47625"/>
              <a:ext cx="405535" cy="21489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3" name="Group 13"/>
          <p:cNvGrpSpPr/>
          <p:nvPr/>
        </p:nvGrpSpPr>
        <p:grpSpPr>
          <a:xfrm>
            <a:off x="5806137" y="-52473"/>
            <a:ext cx="5114499" cy="1405349"/>
            <a:chOff x="0" y="0"/>
            <a:chExt cx="608735" cy="167267"/>
          </a:xfrm>
        </p:grpSpPr>
        <p:sp>
          <p:nvSpPr>
            <p:cNvPr id="14" name="Freeform 14"/>
            <p:cNvSpPr/>
            <p:nvPr/>
          </p:nvSpPr>
          <p:spPr>
            <a:xfrm>
              <a:off x="0" y="0"/>
              <a:ext cx="608735" cy="167267"/>
            </a:xfrm>
            <a:custGeom>
              <a:avLst/>
              <a:gdLst/>
              <a:ahLst/>
              <a:cxnLst/>
              <a:rect l="l" t="t" r="r" b="b"/>
              <a:pathLst>
                <a:path w="608735" h="167267">
                  <a:moveTo>
                    <a:pt x="405535" y="0"/>
                  </a:moveTo>
                  <a:lnTo>
                    <a:pt x="0" y="0"/>
                  </a:lnTo>
                  <a:lnTo>
                    <a:pt x="203200" y="167267"/>
                  </a:lnTo>
                  <a:lnTo>
                    <a:pt x="608735" y="167267"/>
                  </a:lnTo>
                  <a:lnTo>
                    <a:pt x="405535" y="0"/>
                  </a:lnTo>
                  <a:close/>
                </a:path>
              </a:pathLst>
            </a:custGeom>
            <a:solidFill>
              <a:srgbClr val="FFFFFF"/>
            </a:solidFill>
            <a:ln cap="sq">
              <a:noFill/>
              <a:prstDash val="solid"/>
              <a:miter/>
            </a:ln>
          </p:spPr>
        </p:sp>
        <p:sp>
          <p:nvSpPr>
            <p:cNvPr id="15" name="TextBox 15"/>
            <p:cNvSpPr txBox="1"/>
            <p:nvPr/>
          </p:nvSpPr>
          <p:spPr>
            <a:xfrm>
              <a:off x="101600" y="-47625"/>
              <a:ext cx="405535" cy="21489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6" name="Group 16"/>
          <p:cNvGrpSpPr/>
          <p:nvPr/>
        </p:nvGrpSpPr>
        <p:grpSpPr>
          <a:xfrm>
            <a:off x="11634219" y="-52473"/>
            <a:ext cx="5114499" cy="1405349"/>
            <a:chOff x="0" y="0"/>
            <a:chExt cx="608735" cy="167267"/>
          </a:xfrm>
        </p:grpSpPr>
        <p:sp>
          <p:nvSpPr>
            <p:cNvPr id="17" name="Freeform 17"/>
            <p:cNvSpPr/>
            <p:nvPr/>
          </p:nvSpPr>
          <p:spPr>
            <a:xfrm>
              <a:off x="0" y="0"/>
              <a:ext cx="608735" cy="167267"/>
            </a:xfrm>
            <a:custGeom>
              <a:avLst/>
              <a:gdLst/>
              <a:ahLst/>
              <a:cxnLst/>
              <a:rect l="l" t="t" r="r" b="b"/>
              <a:pathLst>
                <a:path w="608735" h="167267">
                  <a:moveTo>
                    <a:pt x="405535" y="0"/>
                  </a:moveTo>
                  <a:lnTo>
                    <a:pt x="0" y="0"/>
                  </a:lnTo>
                  <a:lnTo>
                    <a:pt x="203200" y="167267"/>
                  </a:lnTo>
                  <a:lnTo>
                    <a:pt x="608735" y="167267"/>
                  </a:lnTo>
                  <a:lnTo>
                    <a:pt x="405535" y="0"/>
                  </a:lnTo>
                  <a:close/>
                </a:path>
              </a:pathLst>
            </a:custGeom>
            <a:solidFill>
              <a:srgbClr val="FFFFFF"/>
            </a:solidFill>
            <a:ln cap="sq">
              <a:noFill/>
              <a:prstDash val="solid"/>
              <a:miter/>
            </a:ln>
          </p:spPr>
        </p:sp>
        <p:sp>
          <p:nvSpPr>
            <p:cNvPr id="18" name="TextBox 18"/>
            <p:cNvSpPr txBox="1"/>
            <p:nvPr/>
          </p:nvSpPr>
          <p:spPr>
            <a:xfrm>
              <a:off x="101600" y="-47625"/>
              <a:ext cx="405535" cy="21489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9" name="Group 19"/>
          <p:cNvGrpSpPr/>
          <p:nvPr/>
        </p:nvGrpSpPr>
        <p:grpSpPr>
          <a:xfrm>
            <a:off x="17462301" y="-52473"/>
            <a:ext cx="5114499" cy="1405349"/>
            <a:chOff x="0" y="0"/>
            <a:chExt cx="608735" cy="167267"/>
          </a:xfrm>
        </p:grpSpPr>
        <p:sp>
          <p:nvSpPr>
            <p:cNvPr id="20" name="Freeform 20"/>
            <p:cNvSpPr/>
            <p:nvPr/>
          </p:nvSpPr>
          <p:spPr>
            <a:xfrm>
              <a:off x="0" y="0"/>
              <a:ext cx="608735" cy="167267"/>
            </a:xfrm>
            <a:custGeom>
              <a:avLst/>
              <a:gdLst/>
              <a:ahLst/>
              <a:cxnLst/>
              <a:rect l="l" t="t" r="r" b="b"/>
              <a:pathLst>
                <a:path w="608735" h="167267">
                  <a:moveTo>
                    <a:pt x="405535" y="0"/>
                  </a:moveTo>
                  <a:lnTo>
                    <a:pt x="0" y="0"/>
                  </a:lnTo>
                  <a:lnTo>
                    <a:pt x="203200" y="167267"/>
                  </a:lnTo>
                  <a:lnTo>
                    <a:pt x="608735" y="167267"/>
                  </a:lnTo>
                  <a:lnTo>
                    <a:pt x="405535" y="0"/>
                  </a:lnTo>
                  <a:close/>
                </a:path>
              </a:pathLst>
            </a:custGeom>
            <a:solidFill>
              <a:srgbClr val="FFFFFF"/>
            </a:solidFill>
            <a:ln cap="sq">
              <a:noFill/>
              <a:prstDash val="solid"/>
              <a:miter/>
            </a:ln>
          </p:spPr>
        </p:sp>
        <p:sp>
          <p:nvSpPr>
            <p:cNvPr id="21" name="TextBox 21"/>
            <p:cNvSpPr txBox="1"/>
            <p:nvPr/>
          </p:nvSpPr>
          <p:spPr>
            <a:xfrm>
              <a:off x="101600" y="-47625"/>
              <a:ext cx="405535" cy="21489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2" name="Group 22"/>
          <p:cNvGrpSpPr/>
          <p:nvPr/>
        </p:nvGrpSpPr>
        <p:grpSpPr>
          <a:xfrm>
            <a:off x="373447" y="1333826"/>
            <a:ext cx="4725613" cy="1395919"/>
            <a:chOff x="0" y="0"/>
            <a:chExt cx="750998" cy="221841"/>
          </a:xfrm>
        </p:grpSpPr>
        <p:sp>
          <p:nvSpPr>
            <p:cNvPr id="23" name="Freeform 23"/>
            <p:cNvSpPr/>
            <p:nvPr/>
          </p:nvSpPr>
          <p:spPr>
            <a:xfrm>
              <a:off x="0" y="0"/>
              <a:ext cx="750998" cy="221841"/>
            </a:xfrm>
            <a:custGeom>
              <a:avLst/>
              <a:gdLst/>
              <a:ahLst/>
              <a:cxnLst/>
              <a:rect l="l" t="t" r="r" b="b"/>
              <a:pathLst>
                <a:path w="750998" h="221841">
                  <a:moveTo>
                    <a:pt x="203200" y="0"/>
                  </a:moveTo>
                  <a:lnTo>
                    <a:pt x="750998" y="0"/>
                  </a:lnTo>
                  <a:lnTo>
                    <a:pt x="547798" y="221841"/>
                  </a:lnTo>
                  <a:lnTo>
                    <a:pt x="0" y="221841"/>
                  </a:lnTo>
                  <a:lnTo>
                    <a:pt x="203200" y="0"/>
                  </a:lnTo>
                  <a:close/>
                </a:path>
              </a:pathLst>
            </a:custGeom>
            <a:solidFill>
              <a:srgbClr val="FFFFFF"/>
            </a:solidFill>
            <a:ln cap="sq">
              <a:noFill/>
              <a:prstDash val="solid"/>
              <a:miter/>
            </a:ln>
          </p:spPr>
        </p:sp>
        <p:sp>
          <p:nvSpPr>
            <p:cNvPr id="24" name="TextBox 24"/>
            <p:cNvSpPr txBox="1"/>
            <p:nvPr/>
          </p:nvSpPr>
          <p:spPr>
            <a:xfrm>
              <a:off x="101600" y="-47625"/>
              <a:ext cx="547798" cy="26946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5" name="Group 25"/>
          <p:cNvGrpSpPr/>
          <p:nvPr/>
        </p:nvGrpSpPr>
        <p:grpSpPr>
          <a:xfrm>
            <a:off x="6201528" y="1333826"/>
            <a:ext cx="4725613" cy="1395919"/>
            <a:chOff x="0" y="0"/>
            <a:chExt cx="750998" cy="221841"/>
          </a:xfrm>
        </p:grpSpPr>
        <p:sp>
          <p:nvSpPr>
            <p:cNvPr id="26" name="Freeform 26"/>
            <p:cNvSpPr/>
            <p:nvPr/>
          </p:nvSpPr>
          <p:spPr>
            <a:xfrm>
              <a:off x="0" y="0"/>
              <a:ext cx="750998" cy="221841"/>
            </a:xfrm>
            <a:custGeom>
              <a:avLst/>
              <a:gdLst/>
              <a:ahLst/>
              <a:cxnLst/>
              <a:rect l="l" t="t" r="r" b="b"/>
              <a:pathLst>
                <a:path w="750998" h="221841">
                  <a:moveTo>
                    <a:pt x="203200" y="0"/>
                  </a:moveTo>
                  <a:lnTo>
                    <a:pt x="750998" y="0"/>
                  </a:lnTo>
                  <a:lnTo>
                    <a:pt x="547798" y="221841"/>
                  </a:lnTo>
                  <a:lnTo>
                    <a:pt x="0" y="221841"/>
                  </a:lnTo>
                  <a:lnTo>
                    <a:pt x="203200" y="0"/>
                  </a:lnTo>
                  <a:close/>
                </a:path>
              </a:pathLst>
            </a:custGeom>
            <a:solidFill>
              <a:srgbClr val="FFFFFF"/>
            </a:solidFill>
            <a:ln cap="sq">
              <a:noFill/>
              <a:prstDash val="solid"/>
              <a:miter/>
            </a:ln>
          </p:spPr>
        </p:sp>
        <p:sp>
          <p:nvSpPr>
            <p:cNvPr id="27" name="TextBox 27"/>
            <p:cNvSpPr txBox="1"/>
            <p:nvPr/>
          </p:nvSpPr>
          <p:spPr>
            <a:xfrm>
              <a:off x="101600" y="-47625"/>
              <a:ext cx="547798" cy="26946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8" name="Group 28"/>
          <p:cNvGrpSpPr/>
          <p:nvPr/>
        </p:nvGrpSpPr>
        <p:grpSpPr>
          <a:xfrm>
            <a:off x="12029610" y="1333826"/>
            <a:ext cx="4725613" cy="1395919"/>
            <a:chOff x="0" y="0"/>
            <a:chExt cx="750998" cy="221841"/>
          </a:xfrm>
        </p:grpSpPr>
        <p:sp>
          <p:nvSpPr>
            <p:cNvPr id="29" name="Freeform 29"/>
            <p:cNvSpPr/>
            <p:nvPr/>
          </p:nvSpPr>
          <p:spPr>
            <a:xfrm>
              <a:off x="0" y="0"/>
              <a:ext cx="750998" cy="221841"/>
            </a:xfrm>
            <a:custGeom>
              <a:avLst/>
              <a:gdLst/>
              <a:ahLst/>
              <a:cxnLst/>
              <a:rect l="l" t="t" r="r" b="b"/>
              <a:pathLst>
                <a:path w="750998" h="221841">
                  <a:moveTo>
                    <a:pt x="203200" y="0"/>
                  </a:moveTo>
                  <a:lnTo>
                    <a:pt x="750998" y="0"/>
                  </a:lnTo>
                  <a:lnTo>
                    <a:pt x="547798" y="221841"/>
                  </a:lnTo>
                  <a:lnTo>
                    <a:pt x="0" y="221841"/>
                  </a:lnTo>
                  <a:lnTo>
                    <a:pt x="203200" y="0"/>
                  </a:lnTo>
                  <a:close/>
                </a:path>
              </a:pathLst>
            </a:custGeom>
            <a:solidFill>
              <a:srgbClr val="FFFFFF"/>
            </a:solidFill>
            <a:ln cap="sq">
              <a:noFill/>
              <a:prstDash val="solid"/>
              <a:miter/>
            </a:ln>
          </p:spPr>
        </p:sp>
        <p:sp>
          <p:nvSpPr>
            <p:cNvPr id="30" name="TextBox 30"/>
            <p:cNvSpPr txBox="1"/>
            <p:nvPr/>
          </p:nvSpPr>
          <p:spPr>
            <a:xfrm>
              <a:off x="101600" y="-47625"/>
              <a:ext cx="547798" cy="26946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31" name="Group 31"/>
          <p:cNvGrpSpPr/>
          <p:nvPr/>
        </p:nvGrpSpPr>
        <p:grpSpPr>
          <a:xfrm>
            <a:off x="17860123" y="1333826"/>
            <a:ext cx="4725613" cy="1395919"/>
            <a:chOff x="0" y="0"/>
            <a:chExt cx="750998" cy="221841"/>
          </a:xfrm>
        </p:grpSpPr>
        <p:sp>
          <p:nvSpPr>
            <p:cNvPr id="32" name="Freeform 32"/>
            <p:cNvSpPr/>
            <p:nvPr/>
          </p:nvSpPr>
          <p:spPr>
            <a:xfrm>
              <a:off x="0" y="0"/>
              <a:ext cx="750998" cy="221841"/>
            </a:xfrm>
            <a:custGeom>
              <a:avLst/>
              <a:gdLst/>
              <a:ahLst/>
              <a:cxnLst/>
              <a:rect l="l" t="t" r="r" b="b"/>
              <a:pathLst>
                <a:path w="750998" h="221841">
                  <a:moveTo>
                    <a:pt x="203200" y="0"/>
                  </a:moveTo>
                  <a:lnTo>
                    <a:pt x="750998" y="0"/>
                  </a:lnTo>
                  <a:lnTo>
                    <a:pt x="547798" y="221841"/>
                  </a:lnTo>
                  <a:lnTo>
                    <a:pt x="0" y="221841"/>
                  </a:lnTo>
                  <a:lnTo>
                    <a:pt x="203200" y="0"/>
                  </a:lnTo>
                  <a:close/>
                </a:path>
              </a:pathLst>
            </a:custGeom>
            <a:solidFill>
              <a:srgbClr val="FFFFFF"/>
            </a:solidFill>
            <a:ln cap="sq">
              <a:noFill/>
              <a:prstDash val="solid"/>
              <a:miter/>
            </a:ln>
          </p:spPr>
        </p:sp>
        <p:sp>
          <p:nvSpPr>
            <p:cNvPr id="33" name="TextBox 33"/>
            <p:cNvSpPr txBox="1"/>
            <p:nvPr/>
          </p:nvSpPr>
          <p:spPr>
            <a:xfrm>
              <a:off x="101600" y="-47625"/>
              <a:ext cx="547798" cy="26946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34" name="Freeform 34"/>
          <p:cNvSpPr/>
          <p:nvPr/>
        </p:nvSpPr>
        <p:spPr>
          <a:xfrm>
            <a:off x="2251226" y="5429250"/>
            <a:ext cx="7315200" cy="159604"/>
          </a:xfrm>
          <a:custGeom>
            <a:avLst/>
            <a:gdLst/>
            <a:ahLst/>
            <a:cxnLst/>
            <a:rect l="l" t="t" r="r" b="b"/>
            <a:pathLst>
              <a:path w="7315200" h="159604">
                <a:moveTo>
                  <a:pt x="0" y="0"/>
                </a:moveTo>
                <a:lnTo>
                  <a:pt x="7315200" y="0"/>
                </a:lnTo>
                <a:lnTo>
                  <a:pt x="7315200" y="159604"/>
                </a:lnTo>
                <a:lnTo>
                  <a:pt x="0" y="1596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5" name="Freeform 35"/>
          <p:cNvSpPr/>
          <p:nvPr/>
        </p:nvSpPr>
        <p:spPr>
          <a:xfrm>
            <a:off x="8721574" y="5429250"/>
            <a:ext cx="7315200" cy="159604"/>
          </a:xfrm>
          <a:custGeom>
            <a:avLst/>
            <a:gdLst/>
            <a:ahLst/>
            <a:cxnLst/>
            <a:rect l="l" t="t" r="r" b="b"/>
            <a:pathLst>
              <a:path w="7315200" h="159604">
                <a:moveTo>
                  <a:pt x="0" y="0"/>
                </a:moveTo>
                <a:lnTo>
                  <a:pt x="7315200" y="0"/>
                </a:lnTo>
                <a:lnTo>
                  <a:pt x="7315200" y="159604"/>
                </a:lnTo>
                <a:lnTo>
                  <a:pt x="0" y="1596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6" name="Freeform 36"/>
          <p:cNvSpPr/>
          <p:nvPr/>
        </p:nvSpPr>
        <p:spPr>
          <a:xfrm>
            <a:off x="2251226" y="7311598"/>
            <a:ext cx="7315200" cy="159604"/>
          </a:xfrm>
          <a:custGeom>
            <a:avLst/>
            <a:gdLst/>
            <a:ahLst/>
            <a:cxnLst/>
            <a:rect l="l" t="t" r="r" b="b"/>
            <a:pathLst>
              <a:path w="7315200" h="159604">
                <a:moveTo>
                  <a:pt x="0" y="0"/>
                </a:moveTo>
                <a:lnTo>
                  <a:pt x="7315200" y="0"/>
                </a:lnTo>
                <a:lnTo>
                  <a:pt x="7315200" y="159604"/>
                </a:lnTo>
                <a:lnTo>
                  <a:pt x="0" y="1596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7" name="Freeform 37"/>
          <p:cNvSpPr/>
          <p:nvPr/>
        </p:nvSpPr>
        <p:spPr>
          <a:xfrm>
            <a:off x="8721574" y="7311598"/>
            <a:ext cx="7315200" cy="159604"/>
          </a:xfrm>
          <a:custGeom>
            <a:avLst/>
            <a:gdLst/>
            <a:ahLst/>
            <a:cxnLst/>
            <a:rect l="l" t="t" r="r" b="b"/>
            <a:pathLst>
              <a:path w="7315200" h="159604">
                <a:moveTo>
                  <a:pt x="0" y="0"/>
                </a:moveTo>
                <a:lnTo>
                  <a:pt x="7315200" y="0"/>
                </a:lnTo>
                <a:lnTo>
                  <a:pt x="7315200" y="159604"/>
                </a:lnTo>
                <a:lnTo>
                  <a:pt x="0" y="1596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8" name="Freeform 38"/>
          <p:cNvSpPr/>
          <p:nvPr/>
        </p:nvSpPr>
        <p:spPr>
          <a:xfrm rot="4490682">
            <a:off x="15077829" y="6460043"/>
            <a:ext cx="1316736" cy="4930855"/>
          </a:xfrm>
          <a:custGeom>
            <a:avLst/>
            <a:gdLst/>
            <a:ahLst/>
            <a:cxnLst/>
            <a:rect l="l" t="t" r="r" b="b"/>
            <a:pathLst>
              <a:path w="1316736" h="4114800">
                <a:moveTo>
                  <a:pt x="0" y="0"/>
                </a:moveTo>
                <a:lnTo>
                  <a:pt x="1316736" y="0"/>
                </a:lnTo>
                <a:lnTo>
                  <a:pt x="1316736"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9" name="TextBox 39"/>
          <p:cNvSpPr txBox="1"/>
          <p:nvPr/>
        </p:nvSpPr>
        <p:spPr>
          <a:xfrm>
            <a:off x="1898428" y="3718848"/>
            <a:ext cx="14491145" cy="2244204"/>
          </a:xfrm>
          <a:prstGeom prst="rect">
            <a:avLst/>
          </a:prstGeom>
        </p:spPr>
        <p:txBody>
          <a:bodyPr lIns="0" tIns="0" rIns="0" bIns="0" rtlCol="0" anchor="t">
            <a:spAutoFit/>
          </a:bodyPr>
          <a:lstStyle/>
          <a:p>
            <a:pPr algn="ctr">
              <a:lnSpc>
                <a:spcPts val="17500"/>
              </a:lnSpc>
            </a:pPr>
            <a:r>
              <a:rPr lang="en-US" sz="12500" dirty="0">
                <a:solidFill>
                  <a:srgbClr val="FFFFFF"/>
                </a:solidFill>
                <a:latin typeface="Special Elite"/>
                <a:ea typeface="Special Elite"/>
                <a:cs typeface="Special Elite"/>
                <a:sym typeface="Special Elite"/>
              </a:rPr>
              <a:t>Movie Rating</a:t>
            </a:r>
          </a:p>
        </p:txBody>
      </p:sp>
      <p:sp>
        <p:nvSpPr>
          <p:cNvPr id="40" name="TextBox 40"/>
          <p:cNvSpPr txBox="1"/>
          <p:nvPr/>
        </p:nvSpPr>
        <p:spPr>
          <a:xfrm>
            <a:off x="9322073" y="5840626"/>
            <a:ext cx="6331547" cy="1231106"/>
          </a:xfrm>
          <a:prstGeom prst="rect">
            <a:avLst/>
          </a:prstGeom>
        </p:spPr>
        <p:txBody>
          <a:bodyPr wrap="square" lIns="0" tIns="0" rIns="0" bIns="0" rtlCol="0" anchor="t">
            <a:spAutoFit/>
          </a:bodyPr>
          <a:lstStyle/>
          <a:p>
            <a:pPr marL="0" lvl="0" indent="0" algn="ctr">
              <a:spcBef>
                <a:spcPct val="0"/>
              </a:spcBef>
            </a:pPr>
            <a:r>
              <a:rPr lang="en-US" sz="4000" b="1" u="none" strike="noStrike" dirty="0">
                <a:solidFill>
                  <a:srgbClr val="FFFFFF"/>
                </a:solidFill>
                <a:latin typeface="Forte" panose="03060902040502070203" pitchFamily="66" charset="0"/>
                <a:ea typeface="Glacial Indifference"/>
                <a:cs typeface="Glacial Indifference"/>
                <a:sym typeface="Glacial Indifference"/>
              </a:rPr>
              <a:t>Guidance by: </a:t>
            </a:r>
          </a:p>
          <a:p>
            <a:pPr marL="0" lvl="0" indent="0" algn="ctr">
              <a:spcBef>
                <a:spcPct val="0"/>
              </a:spcBef>
            </a:pPr>
            <a:r>
              <a:rPr lang="en-US" sz="4000" b="1" u="none" strike="noStrike" dirty="0">
                <a:solidFill>
                  <a:srgbClr val="FFFFFF"/>
                </a:solidFill>
                <a:latin typeface="Forte" panose="03060902040502070203" pitchFamily="66" charset="0"/>
                <a:ea typeface="Glacial Indifference"/>
                <a:cs typeface="Glacial Indifference"/>
                <a:sym typeface="Glacial Indifference"/>
              </a:rPr>
              <a:t>Bhabani Sankar Sahoo </a:t>
            </a:r>
          </a:p>
        </p:txBody>
      </p:sp>
      <p:sp>
        <p:nvSpPr>
          <p:cNvPr id="41" name="TextBox 41"/>
          <p:cNvSpPr txBox="1"/>
          <p:nvPr/>
        </p:nvSpPr>
        <p:spPr>
          <a:xfrm rot="-912620">
            <a:off x="13317079" y="8450416"/>
            <a:ext cx="4827696" cy="738664"/>
          </a:xfrm>
          <a:prstGeom prst="rect">
            <a:avLst/>
          </a:prstGeom>
        </p:spPr>
        <p:txBody>
          <a:bodyPr wrap="square" lIns="0" tIns="0" rIns="0" bIns="0" rtlCol="0" anchor="t">
            <a:spAutoFit/>
          </a:bodyPr>
          <a:lstStyle/>
          <a:p>
            <a:pPr algn="ctr"/>
            <a:r>
              <a:rPr lang="en-US" sz="2400" b="1" spc="929" dirty="0">
                <a:solidFill>
                  <a:srgbClr val="FF312D"/>
                </a:solidFill>
                <a:latin typeface="Pristina" panose="03060402040406080204" pitchFamily="66" charset="0"/>
                <a:ea typeface="Special Elite"/>
                <a:cs typeface="Special Elite"/>
                <a:sym typeface="Special Elite"/>
              </a:rPr>
              <a:t>Group by: Elin, </a:t>
            </a:r>
          </a:p>
          <a:p>
            <a:pPr algn="ctr"/>
            <a:r>
              <a:rPr lang="en-US" sz="2400" b="1" spc="929" dirty="0">
                <a:solidFill>
                  <a:srgbClr val="FF312D"/>
                </a:solidFill>
                <a:latin typeface="Pristina" panose="03060402040406080204" pitchFamily="66" charset="0"/>
                <a:ea typeface="Special Elite"/>
                <a:cs typeface="Special Elite"/>
                <a:sym typeface="Special Elite"/>
              </a:rPr>
              <a:t>Priyanka, Subrat</a:t>
            </a:r>
          </a:p>
        </p:txBody>
      </p:sp>
      <p:pic>
        <p:nvPicPr>
          <p:cNvPr id="1028" name="Picture 4" descr="Home Page">
            <a:extLst>
              <a:ext uri="{FF2B5EF4-FFF2-40B4-BE49-F238E27FC236}">
                <a16:creationId xmlns:a16="http://schemas.microsoft.com/office/drawing/2014/main" id="{ADA2FDBB-9C07-C68B-3F1F-D9528C548C85}"/>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727024" y="337062"/>
            <a:ext cx="2269329" cy="22693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92637"/>
        </a:solidFill>
        <a:effectLst/>
      </p:bgPr>
    </p:bg>
    <p:spTree>
      <p:nvGrpSpPr>
        <p:cNvPr id="1" name=""/>
        <p:cNvGrpSpPr/>
        <p:nvPr/>
      </p:nvGrpSpPr>
      <p:grpSpPr>
        <a:xfrm>
          <a:off x="0" y="0"/>
          <a:ext cx="0" cy="0"/>
          <a:chOff x="0" y="0"/>
          <a:chExt cx="0" cy="0"/>
        </a:xfrm>
      </p:grpSpPr>
      <p:grpSp>
        <p:nvGrpSpPr>
          <p:cNvPr id="2" name="Group 2"/>
          <p:cNvGrpSpPr/>
          <p:nvPr/>
        </p:nvGrpSpPr>
        <p:grpSpPr>
          <a:xfrm>
            <a:off x="837525" y="672234"/>
            <a:ext cx="16612948" cy="8655158"/>
            <a:chOff x="0" y="0"/>
            <a:chExt cx="4375427" cy="2279548"/>
          </a:xfrm>
        </p:grpSpPr>
        <p:sp>
          <p:nvSpPr>
            <p:cNvPr id="3" name="Freeform 3"/>
            <p:cNvSpPr/>
            <p:nvPr/>
          </p:nvSpPr>
          <p:spPr>
            <a:xfrm>
              <a:off x="0" y="0"/>
              <a:ext cx="4375427" cy="2279548"/>
            </a:xfrm>
            <a:custGeom>
              <a:avLst/>
              <a:gdLst/>
              <a:ahLst/>
              <a:cxnLst/>
              <a:rect l="l" t="t" r="r" b="b"/>
              <a:pathLst>
                <a:path w="4375427" h="2279548">
                  <a:moveTo>
                    <a:pt x="0" y="0"/>
                  </a:moveTo>
                  <a:lnTo>
                    <a:pt x="4375427" y="0"/>
                  </a:lnTo>
                  <a:lnTo>
                    <a:pt x="4375427" y="2279548"/>
                  </a:lnTo>
                  <a:lnTo>
                    <a:pt x="0" y="2279548"/>
                  </a:lnTo>
                  <a:close/>
                </a:path>
              </a:pathLst>
            </a:custGeom>
            <a:solidFill>
              <a:srgbClr val="000000">
                <a:alpha val="0"/>
              </a:srgbClr>
            </a:solidFill>
            <a:ln w="38100" cap="sq">
              <a:solidFill>
                <a:srgbClr val="000000"/>
              </a:solidFill>
              <a:prstDash val="solid"/>
              <a:miter/>
            </a:ln>
          </p:spPr>
        </p:sp>
        <p:sp>
          <p:nvSpPr>
            <p:cNvPr id="4" name="TextBox 4"/>
            <p:cNvSpPr txBox="1"/>
            <p:nvPr/>
          </p:nvSpPr>
          <p:spPr>
            <a:xfrm>
              <a:off x="0" y="-47625"/>
              <a:ext cx="4375427" cy="232717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3733800" y="-3012896"/>
            <a:ext cx="10614772" cy="4747255"/>
            <a:chOff x="0" y="0"/>
            <a:chExt cx="2795660" cy="1250306"/>
          </a:xfrm>
        </p:grpSpPr>
        <p:sp>
          <p:nvSpPr>
            <p:cNvPr id="6" name="Freeform 6"/>
            <p:cNvSpPr/>
            <p:nvPr/>
          </p:nvSpPr>
          <p:spPr>
            <a:xfrm>
              <a:off x="0" y="0"/>
              <a:ext cx="2795660" cy="1250306"/>
            </a:xfrm>
            <a:custGeom>
              <a:avLst/>
              <a:gdLst/>
              <a:ahLst/>
              <a:cxnLst/>
              <a:rect l="l" t="t" r="r" b="b"/>
              <a:pathLst>
                <a:path w="2795660" h="1250306">
                  <a:moveTo>
                    <a:pt x="0" y="0"/>
                  </a:moveTo>
                  <a:lnTo>
                    <a:pt x="2795660" y="0"/>
                  </a:lnTo>
                  <a:lnTo>
                    <a:pt x="2795660" y="1250306"/>
                  </a:lnTo>
                  <a:lnTo>
                    <a:pt x="0" y="1250306"/>
                  </a:lnTo>
                  <a:close/>
                </a:path>
              </a:pathLst>
            </a:custGeom>
            <a:solidFill>
              <a:srgbClr val="192637"/>
            </a:solidFill>
            <a:ln cap="sq">
              <a:noFill/>
              <a:prstDash val="solid"/>
              <a:miter/>
            </a:ln>
          </p:spPr>
        </p:sp>
        <p:sp>
          <p:nvSpPr>
            <p:cNvPr id="7" name="TextBox 7"/>
            <p:cNvSpPr txBox="1"/>
            <p:nvPr/>
          </p:nvSpPr>
          <p:spPr>
            <a:xfrm>
              <a:off x="0" y="-47625"/>
              <a:ext cx="2795660" cy="1297931"/>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4872719" y="8300013"/>
            <a:ext cx="3744491" cy="2437497"/>
          </a:xfrm>
          <a:custGeom>
            <a:avLst/>
            <a:gdLst/>
            <a:ahLst/>
            <a:cxnLst/>
            <a:rect l="l" t="t" r="r" b="b"/>
            <a:pathLst>
              <a:path w="3744491" h="2437497">
                <a:moveTo>
                  <a:pt x="0" y="0"/>
                </a:moveTo>
                <a:lnTo>
                  <a:pt x="3744491" y="0"/>
                </a:lnTo>
                <a:lnTo>
                  <a:pt x="3744491" y="2437496"/>
                </a:lnTo>
                <a:lnTo>
                  <a:pt x="0" y="24374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4046164" y="8252388"/>
            <a:ext cx="3485940" cy="2581413"/>
          </a:xfrm>
          <a:custGeom>
            <a:avLst/>
            <a:gdLst/>
            <a:ahLst/>
            <a:cxnLst/>
            <a:rect l="l" t="t" r="r" b="b"/>
            <a:pathLst>
              <a:path w="3485940" h="2581413">
                <a:moveTo>
                  <a:pt x="0" y="0"/>
                </a:moveTo>
                <a:lnTo>
                  <a:pt x="3485940" y="0"/>
                </a:lnTo>
                <a:lnTo>
                  <a:pt x="3485940" y="2581413"/>
                </a:lnTo>
                <a:lnTo>
                  <a:pt x="0" y="258141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1057275" y="7849231"/>
            <a:ext cx="4146702" cy="3114190"/>
          </a:xfrm>
          <a:custGeom>
            <a:avLst/>
            <a:gdLst/>
            <a:ahLst/>
            <a:cxnLst/>
            <a:rect l="l" t="t" r="r" b="b"/>
            <a:pathLst>
              <a:path w="4146702" h="3114190">
                <a:moveTo>
                  <a:pt x="0" y="0"/>
                </a:moveTo>
                <a:lnTo>
                  <a:pt x="4146702" y="0"/>
                </a:lnTo>
                <a:lnTo>
                  <a:pt x="4146702" y="3114190"/>
                </a:lnTo>
                <a:lnTo>
                  <a:pt x="0" y="311419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11919821" y="8213665"/>
            <a:ext cx="3704561" cy="2620135"/>
          </a:xfrm>
          <a:custGeom>
            <a:avLst/>
            <a:gdLst/>
            <a:ahLst/>
            <a:cxnLst/>
            <a:rect l="l" t="t" r="r" b="b"/>
            <a:pathLst>
              <a:path w="3704561" h="2620135">
                <a:moveTo>
                  <a:pt x="0" y="0"/>
                </a:moveTo>
                <a:lnTo>
                  <a:pt x="3704562" y="0"/>
                </a:lnTo>
                <a:lnTo>
                  <a:pt x="3704562" y="2620136"/>
                </a:lnTo>
                <a:lnTo>
                  <a:pt x="0" y="2620136"/>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12" name="Freeform 12"/>
          <p:cNvSpPr/>
          <p:nvPr/>
        </p:nvSpPr>
        <p:spPr>
          <a:xfrm rot="3030510" flipH="1">
            <a:off x="7379247" y="7097754"/>
            <a:ext cx="4909197" cy="4114800"/>
          </a:xfrm>
          <a:custGeom>
            <a:avLst/>
            <a:gdLst/>
            <a:ahLst/>
            <a:cxnLst/>
            <a:rect l="l" t="t" r="r" b="b"/>
            <a:pathLst>
              <a:path w="4909197" h="4114800">
                <a:moveTo>
                  <a:pt x="4909198" y="0"/>
                </a:moveTo>
                <a:lnTo>
                  <a:pt x="0" y="0"/>
                </a:lnTo>
                <a:lnTo>
                  <a:pt x="0" y="4114800"/>
                </a:lnTo>
                <a:lnTo>
                  <a:pt x="4909198" y="4114800"/>
                </a:lnTo>
                <a:lnTo>
                  <a:pt x="4909198"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a:off x="7002683" y="7652169"/>
            <a:ext cx="2935938" cy="3212262"/>
          </a:xfrm>
          <a:custGeom>
            <a:avLst/>
            <a:gdLst/>
            <a:ahLst/>
            <a:cxnLst/>
            <a:rect l="l" t="t" r="r" b="b"/>
            <a:pathLst>
              <a:path w="2935938" h="3212262">
                <a:moveTo>
                  <a:pt x="0" y="0"/>
                </a:moveTo>
                <a:lnTo>
                  <a:pt x="2935938" y="0"/>
                </a:lnTo>
                <a:lnTo>
                  <a:pt x="2935938" y="3212262"/>
                </a:lnTo>
                <a:lnTo>
                  <a:pt x="0" y="321226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a:off x="-618697" y="9007026"/>
            <a:ext cx="2359302" cy="1682859"/>
          </a:xfrm>
          <a:custGeom>
            <a:avLst/>
            <a:gdLst/>
            <a:ahLst/>
            <a:cxnLst/>
            <a:rect l="l" t="t" r="r" b="b"/>
            <a:pathLst>
              <a:path w="2359302" h="1682859">
                <a:moveTo>
                  <a:pt x="0" y="0"/>
                </a:moveTo>
                <a:lnTo>
                  <a:pt x="2359302" y="0"/>
                </a:lnTo>
                <a:lnTo>
                  <a:pt x="2359302" y="1682858"/>
                </a:lnTo>
                <a:lnTo>
                  <a:pt x="0" y="168285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5" name="TextBox 15"/>
          <p:cNvSpPr txBox="1"/>
          <p:nvPr/>
        </p:nvSpPr>
        <p:spPr>
          <a:xfrm>
            <a:off x="1740605" y="81534"/>
            <a:ext cx="14491145" cy="1256754"/>
          </a:xfrm>
          <a:prstGeom prst="rect">
            <a:avLst/>
          </a:prstGeom>
        </p:spPr>
        <p:txBody>
          <a:bodyPr lIns="0" tIns="0" rIns="0" bIns="0" rtlCol="0" anchor="t">
            <a:spAutoFit/>
          </a:bodyPr>
          <a:lstStyle/>
          <a:p>
            <a:pPr algn="ctr">
              <a:lnSpc>
                <a:spcPts val="9799"/>
              </a:lnSpc>
            </a:pPr>
            <a:r>
              <a:rPr lang="en-US" sz="6999" dirty="0">
                <a:solidFill>
                  <a:srgbClr val="FDF6F6"/>
                </a:solidFill>
                <a:latin typeface="Special Elite"/>
                <a:ea typeface="Special Elite"/>
                <a:cs typeface="Special Elite"/>
                <a:sym typeface="Special Elite"/>
              </a:rPr>
              <a:t>Content</a:t>
            </a:r>
          </a:p>
        </p:txBody>
      </p:sp>
      <p:sp>
        <p:nvSpPr>
          <p:cNvPr id="22" name="TextBox 13">
            <a:extLst>
              <a:ext uri="{FF2B5EF4-FFF2-40B4-BE49-F238E27FC236}">
                <a16:creationId xmlns:a16="http://schemas.microsoft.com/office/drawing/2014/main" id="{B0042F87-1D93-9F06-5976-6BB942544A1B}"/>
              </a:ext>
            </a:extLst>
          </p:cNvPr>
          <p:cNvSpPr txBox="1"/>
          <p:nvPr/>
        </p:nvSpPr>
        <p:spPr>
          <a:xfrm>
            <a:off x="5632895" y="1195866"/>
            <a:ext cx="6691040" cy="6037230"/>
          </a:xfrm>
          <a:prstGeom prst="rect">
            <a:avLst/>
          </a:prstGeom>
        </p:spPr>
        <p:txBody>
          <a:bodyPr wrap="square" lIns="0" tIns="0" rIns="0" bIns="0" rtlCol="0" anchor="t">
            <a:spAutoFit/>
          </a:bodyPr>
          <a:lstStyle/>
          <a:p>
            <a:pPr marL="741045" lvl="1" indent="-514350" algn="ctr">
              <a:lnSpc>
                <a:spcPts val="5250"/>
              </a:lnSpc>
              <a:buFont typeface="+mj-lt"/>
              <a:buAutoNum type="arabicPeriod"/>
            </a:pPr>
            <a:r>
              <a:rPr lang="en-US" sz="2800" spc="210" dirty="0">
                <a:solidFill>
                  <a:schemeClr val="bg1">
                    <a:lumMod val="85000"/>
                  </a:schemeClr>
                </a:solidFill>
                <a:latin typeface="Comic Sans MS" panose="030F0702030302020204" pitchFamily="66" charset="0"/>
                <a:ea typeface="DM Sans"/>
                <a:cs typeface="DM Sans"/>
                <a:sym typeface="DM Sans"/>
              </a:rPr>
              <a:t>Introduction to Data Science</a:t>
            </a:r>
          </a:p>
          <a:p>
            <a:pPr marL="741045" lvl="1" indent="-514350" algn="ctr">
              <a:lnSpc>
                <a:spcPts val="5250"/>
              </a:lnSpc>
              <a:buFont typeface="+mj-lt"/>
              <a:buAutoNum type="arabicPeriod"/>
            </a:pPr>
            <a:r>
              <a:rPr lang="en-US" sz="2800" spc="210" dirty="0">
                <a:solidFill>
                  <a:schemeClr val="bg1">
                    <a:lumMod val="85000"/>
                  </a:schemeClr>
                </a:solidFill>
                <a:latin typeface="Comic Sans MS" panose="030F0702030302020204" pitchFamily="66" charset="0"/>
                <a:ea typeface="DM Sans"/>
                <a:cs typeface="DM Sans"/>
                <a:sym typeface="DM Sans"/>
              </a:rPr>
              <a:t>Objectives</a:t>
            </a:r>
          </a:p>
          <a:p>
            <a:pPr marL="741045" lvl="1" indent="-514350" algn="ctr">
              <a:lnSpc>
                <a:spcPts val="5250"/>
              </a:lnSpc>
              <a:buFont typeface="+mj-lt"/>
              <a:buAutoNum type="arabicPeriod"/>
            </a:pPr>
            <a:r>
              <a:rPr lang="en-US" sz="2800" spc="210" dirty="0">
                <a:solidFill>
                  <a:schemeClr val="bg1">
                    <a:lumMod val="85000"/>
                  </a:schemeClr>
                </a:solidFill>
                <a:latin typeface="Comic Sans MS" panose="030F0702030302020204" pitchFamily="66" charset="0"/>
                <a:ea typeface="DM Sans"/>
                <a:cs typeface="DM Sans"/>
                <a:sym typeface="DM Sans"/>
              </a:rPr>
              <a:t>Process &amp; Methodology  </a:t>
            </a:r>
          </a:p>
          <a:p>
            <a:pPr marL="741045" lvl="1" indent="-514350" algn="ctr">
              <a:lnSpc>
                <a:spcPts val="5250"/>
              </a:lnSpc>
              <a:buFont typeface="+mj-lt"/>
              <a:buAutoNum type="arabicPeriod"/>
            </a:pPr>
            <a:r>
              <a:rPr lang="en-US" sz="2800" spc="210" dirty="0">
                <a:solidFill>
                  <a:schemeClr val="bg1">
                    <a:lumMod val="85000"/>
                  </a:schemeClr>
                </a:solidFill>
                <a:latin typeface="Comic Sans MS" panose="030F0702030302020204" pitchFamily="66" charset="0"/>
                <a:ea typeface="DM Sans"/>
                <a:cs typeface="DM Sans"/>
                <a:sym typeface="DM Sans"/>
              </a:rPr>
              <a:t>About Data Collection</a:t>
            </a:r>
          </a:p>
          <a:p>
            <a:pPr marL="741045" lvl="1" indent="-514350" algn="ctr">
              <a:lnSpc>
                <a:spcPts val="5250"/>
              </a:lnSpc>
              <a:buFont typeface="+mj-lt"/>
              <a:buAutoNum type="arabicPeriod"/>
            </a:pPr>
            <a:r>
              <a:rPr lang="en-US" sz="2800" spc="210" dirty="0">
                <a:solidFill>
                  <a:schemeClr val="bg1">
                    <a:lumMod val="85000"/>
                  </a:schemeClr>
                </a:solidFill>
                <a:latin typeface="Comic Sans MS" panose="030F0702030302020204" pitchFamily="66" charset="0"/>
                <a:ea typeface="DM Sans"/>
                <a:cs typeface="DM Sans"/>
                <a:sym typeface="DM Sans"/>
              </a:rPr>
              <a:t>Python Libraries</a:t>
            </a:r>
          </a:p>
          <a:p>
            <a:pPr marL="741045" lvl="1" indent="-514350" algn="ctr">
              <a:lnSpc>
                <a:spcPts val="5250"/>
              </a:lnSpc>
              <a:buFont typeface="+mj-lt"/>
              <a:buAutoNum type="arabicPeriod"/>
            </a:pPr>
            <a:r>
              <a:rPr lang="en-US" sz="2800" spc="210" dirty="0">
                <a:solidFill>
                  <a:schemeClr val="bg1">
                    <a:lumMod val="85000"/>
                  </a:schemeClr>
                </a:solidFill>
                <a:latin typeface="Comic Sans MS" panose="030F0702030302020204" pitchFamily="66" charset="0"/>
                <a:ea typeface="DM Sans"/>
                <a:cs typeface="DM Sans"/>
                <a:sym typeface="DM Sans"/>
              </a:rPr>
              <a:t>Code and algorithms</a:t>
            </a:r>
          </a:p>
          <a:p>
            <a:pPr marL="741045" lvl="1" indent="-514350" algn="ctr">
              <a:lnSpc>
                <a:spcPts val="5250"/>
              </a:lnSpc>
              <a:buFont typeface="+mj-lt"/>
              <a:buAutoNum type="arabicPeriod"/>
            </a:pPr>
            <a:r>
              <a:rPr lang="en-US" sz="2800" spc="210" dirty="0">
                <a:solidFill>
                  <a:schemeClr val="bg1">
                    <a:lumMod val="85000"/>
                  </a:schemeClr>
                </a:solidFill>
                <a:latin typeface="Comic Sans MS" panose="030F0702030302020204" pitchFamily="66" charset="0"/>
                <a:ea typeface="DM Sans"/>
                <a:cs typeface="DM Sans"/>
                <a:sym typeface="DM Sans"/>
              </a:rPr>
              <a:t>Power BI Visualization</a:t>
            </a:r>
          </a:p>
          <a:p>
            <a:pPr marL="741045" lvl="1" indent="-514350" algn="ctr">
              <a:lnSpc>
                <a:spcPts val="5250"/>
              </a:lnSpc>
              <a:buFont typeface="+mj-lt"/>
              <a:buAutoNum type="arabicPeriod"/>
            </a:pPr>
            <a:r>
              <a:rPr lang="en-US" sz="2800" spc="210" dirty="0">
                <a:solidFill>
                  <a:schemeClr val="bg1">
                    <a:lumMod val="85000"/>
                  </a:schemeClr>
                </a:solidFill>
                <a:latin typeface="Comic Sans MS" panose="030F0702030302020204" pitchFamily="66" charset="0"/>
                <a:ea typeface="DM Sans"/>
                <a:cs typeface="DM Sans"/>
                <a:sym typeface="DM Sans"/>
              </a:rPr>
              <a:t>Future Scope</a:t>
            </a:r>
          </a:p>
          <a:p>
            <a:pPr marL="741045" lvl="1" indent="-514350" algn="ctr">
              <a:lnSpc>
                <a:spcPts val="5250"/>
              </a:lnSpc>
              <a:buFont typeface="+mj-lt"/>
              <a:buAutoNum type="arabicPeriod"/>
            </a:pPr>
            <a:r>
              <a:rPr lang="en-US" sz="2800" spc="210" dirty="0">
                <a:solidFill>
                  <a:schemeClr val="bg1">
                    <a:lumMod val="85000"/>
                  </a:schemeClr>
                </a:solidFill>
                <a:latin typeface="Comic Sans MS" panose="030F0702030302020204" pitchFamily="66" charset="0"/>
                <a:ea typeface="DM Sans"/>
                <a:cs typeface="DM Sans"/>
                <a:sym typeface="DM Sans"/>
              </a:rPr>
              <a:t>Conclusion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92637"/>
        </a:solidFill>
        <a:effectLst/>
      </p:bgPr>
    </p:bg>
    <p:spTree>
      <p:nvGrpSpPr>
        <p:cNvPr id="1" name=""/>
        <p:cNvGrpSpPr/>
        <p:nvPr/>
      </p:nvGrpSpPr>
      <p:grpSpPr>
        <a:xfrm>
          <a:off x="0" y="0"/>
          <a:ext cx="0" cy="0"/>
          <a:chOff x="0" y="0"/>
          <a:chExt cx="0" cy="0"/>
        </a:xfrm>
      </p:grpSpPr>
      <p:grpSp>
        <p:nvGrpSpPr>
          <p:cNvPr id="2" name="Group 2"/>
          <p:cNvGrpSpPr/>
          <p:nvPr/>
        </p:nvGrpSpPr>
        <p:grpSpPr>
          <a:xfrm>
            <a:off x="837526" y="815921"/>
            <a:ext cx="16612948" cy="8655158"/>
            <a:chOff x="0" y="0"/>
            <a:chExt cx="4375427" cy="2279548"/>
          </a:xfrm>
        </p:grpSpPr>
        <p:sp>
          <p:nvSpPr>
            <p:cNvPr id="3" name="Freeform 3"/>
            <p:cNvSpPr/>
            <p:nvPr/>
          </p:nvSpPr>
          <p:spPr>
            <a:xfrm>
              <a:off x="0" y="0"/>
              <a:ext cx="4375427" cy="2279548"/>
            </a:xfrm>
            <a:custGeom>
              <a:avLst/>
              <a:gdLst/>
              <a:ahLst/>
              <a:cxnLst/>
              <a:rect l="l" t="t" r="r" b="b"/>
              <a:pathLst>
                <a:path w="4375427" h="2279548">
                  <a:moveTo>
                    <a:pt x="0" y="0"/>
                  </a:moveTo>
                  <a:lnTo>
                    <a:pt x="4375427" y="0"/>
                  </a:lnTo>
                  <a:lnTo>
                    <a:pt x="4375427" y="2279548"/>
                  </a:lnTo>
                  <a:lnTo>
                    <a:pt x="0" y="2279548"/>
                  </a:lnTo>
                  <a:close/>
                </a:path>
              </a:pathLst>
            </a:custGeom>
            <a:solidFill>
              <a:srgbClr val="000000">
                <a:alpha val="0"/>
              </a:srgbClr>
            </a:solidFill>
            <a:ln w="38100" cap="sq">
              <a:solidFill>
                <a:srgbClr val="000000"/>
              </a:solidFill>
              <a:prstDash val="solid"/>
              <a:miter/>
            </a:ln>
          </p:spPr>
        </p:sp>
        <p:sp>
          <p:nvSpPr>
            <p:cNvPr id="4" name="TextBox 4"/>
            <p:cNvSpPr txBox="1"/>
            <p:nvPr/>
          </p:nvSpPr>
          <p:spPr>
            <a:xfrm>
              <a:off x="0" y="-47625"/>
              <a:ext cx="4375427" cy="232717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3836614" y="-2953920"/>
            <a:ext cx="10614772" cy="4747255"/>
            <a:chOff x="0" y="0"/>
            <a:chExt cx="2795660" cy="1250306"/>
          </a:xfrm>
        </p:grpSpPr>
        <p:sp>
          <p:nvSpPr>
            <p:cNvPr id="6" name="Freeform 6"/>
            <p:cNvSpPr/>
            <p:nvPr/>
          </p:nvSpPr>
          <p:spPr>
            <a:xfrm>
              <a:off x="0" y="0"/>
              <a:ext cx="2795660" cy="1250306"/>
            </a:xfrm>
            <a:custGeom>
              <a:avLst/>
              <a:gdLst/>
              <a:ahLst/>
              <a:cxnLst/>
              <a:rect l="l" t="t" r="r" b="b"/>
              <a:pathLst>
                <a:path w="2795660" h="1250306">
                  <a:moveTo>
                    <a:pt x="0" y="0"/>
                  </a:moveTo>
                  <a:lnTo>
                    <a:pt x="2795660" y="0"/>
                  </a:lnTo>
                  <a:lnTo>
                    <a:pt x="2795660" y="1250306"/>
                  </a:lnTo>
                  <a:lnTo>
                    <a:pt x="0" y="1250306"/>
                  </a:lnTo>
                  <a:close/>
                </a:path>
              </a:pathLst>
            </a:custGeom>
            <a:solidFill>
              <a:srgbClr val="192637"/>
            </a:solidFill>
            <a:ln cap="sq">
              <a:noFill/>
              <a:prstDash val="solid"/>
              <a:miter/>
            </a:ln>
          </p:spPr>
        </p:sp>
        <p:sp>
          <p:nvSpPr>
            <p:cNvPr id="7" name="TextBox 7"/>
            <p:cNvSpPr txBox="1"/>
            <p:nvPr/>
          </p:nvSpPr>
          <p:spPr>
            <a:xfrm>
              <a:off x="0" y="-47625"/>
              <a:ext cx="2795660" cy="1297931"/>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4872719" y="8252388"/>
            <a:ext cx="3744491" cy="2437497"/>
          </a:xfrm>
          <a:custGeom>
            <a:avLst/>
            <a:gdLst/>
            <a:ahLst/>
            <a:cxnLst/>
            <a:rect l="l" t="t" r="r" b="b"/>
            <a:pathLst>
              <a:path w="3744491" h="2437497">
                <a:moveTo>
                  <a:pt x="0" y="0"/>
                </a:moveTo>
                <a:lnTo>
                  <a:pt x="3744491" y="0"/>
                </a:lnTo>
                <a:lnTo>
                  <a:pt x="3744491" y="2437496"/>
                </a:lnTo>
                <a:lnTo>
                  <a:pt x="0" y="24374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4046164" y="8252388"/>
            <a:ext cx="3485940" cy="2581413"/>
          </a:xfrm>
          <a:custGeom>
            <a:avLst/>
            <a:gdLst/>
            <a:ahLst/>
            <a:cxnLst/>
            <a:rect l="l" t="t" r="r" b="b"/>
            <a:pathLst>
              <a:path w="3485940" h="2581413">
                <a:moveTo>
                  <a:pt x="0" y="0"/>
                </a:moveTo>
                <a:lnTo>
                  <a:pt x="3485940" y="0"/>
                </a:lnTo>
                <a:lnTo>
                  <a:pt x="3485940" y="2581413"/>
                </a:lnTo>
                <a:lnTo>
                  <a:pt x="0" y="258141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1057275" y="7849231"/>
            <a:ext cx="4146702" cy="3114190"/>
          </a:xfrm>
          <a:custGeom>
            <a:avLst/>
            <a:gdLst/>
            <a:ahLst/>
            <a:cxnLst/>
            <a:rect l="l" t="t" r="r" b="b"/>
            <a:pathLst>
              <a:path w="4146702" h="3114190">
                <a:moveTo>
                  <a:pt x="0" y="0"/>
                </a:moveTo>
                <a:lnTo>
                  <a:pt x="4146702" y="0"/>
                </a:lnTo>
                <a:lnTo>
                  <a:pt x="4146702" y="3114190"/>
                </a:lnTo>
                <a:lnTo>
                  <a:pt x="0" y="311419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11919821" y="8213665"/>
            <a:ext cx="3704561" cy="2620135"/>
          </a:xfrm>
          <a:custGeom>
            <a:avLst/>
            <a:gdLst/>
            <a:ahLst/>
            <a:cxnLst/>
            <a:rect l="l" t="t" r="r" b="b"/>
            <a:pathLst>
              <a:path w="3704561" h="2620135">
                <a:moveTo>
                  <a:pt x="0" y="0"/>
                </a:moveTo>
                <a:lnTo>
                  <a:pt x="3704562" y="0"/>
                </a:lnTo>
                <a:lnTo>
                  <a:pt x="3704562" y="2620136"/>
                </a:lnTo>
                <a:lnTo>
                  <a:pt x="0" y="2620136"/>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12" name="Freeform 12"/>
          <p:cNvSpPr/>
          <p:nvPr/>
        </p:nvSpPr>
        <p:spPr>
          <a:xfrm rot="3030510" flipH="1">
            <a:off x="7379247" y="7097754"/>
            <a:ext cx="4909197" cy="4114800"/>
          </a:xfrm>
          <a:custGeom>
            <a:avLst/>
            <a:gdLst/>
            <a:ahLst/>
            <a:cxnLst/>
            <a:rect l="l" t="t" r="r" b="b"/>
            <a:pathLst>
              <a:path w="4909197" h="4114800">
                <a:moveTo>
                  <a:pt x="4909198" y="0"/>
                </a:moveTo>
                <a:lnTo>
                  <a:pt x="0" y="0"/>
                </a:lnTo>
                <a:lnTo>
                  <a:pt x="0" y="4114800"/>
                </a:lnTo>
                <a:lnTo>
                  <a:pt x="4909198" y="4114800"/>
                </a:lnTo>
                <a:lnTo>
                  <a:pt x="4909198"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a:off x="7002683" y="7652169"/>
            <a:ext cx="2935938" cy="3212262"/>
          </a:xfrm>
          <a:custGeom>
            <a:avLst/>
            <a:gdLst/>
            <a:ahLst/>
            <a:cxnLst/>
            <a:rect l="l" t="t" r="r" b="b"/>
            <a:pathLst>
              <a:path w="2935938" h="3212262">
                <a:moveTo>
                  <a:pt x="0" y="0"/>
                </a:moveTo>
                <a:lnTo>
                  <a:pt x="2935938" y="0"/>
                </a:lnTo>
                <a:lnTo>
                  <a:pt x="2935938" y="3212262"/>
                </a:lnTo>
                <a:lnTo>
                  <a:pt x="0" y="321226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a:off x="-618697" y="9007026"/>
            <a:ext cx="2359302" cy="1682859"/>
          </a:xfrm>
          <a:custGeom>
            <a:avLst/>
            <a:gdLst/>
            <a:ahLst/>
            <a:cxnLst/>
            <a:rect l="l" t="t" r="r" b="b"/>
            <a:pathLst>
              <a:path w="2359302" h="1682859">
                <a:moveTo>
                  <a:pt x="0" y="0"/>
                </a:moveTo>
                <a:lnTo>
                  <a:pt x="2359302" y="0"/>
                </a:lnTo>
                <a:lnTo>
                  <a:pt x="2359302" y="1682858"/>
                </a:lnTo>
                <a:lnTo>
                  <a:pt x="0" y="168285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5" name="TextBox 15"/>
          <p:cNvSpPr txBox="1"/>
          <p:nvPr/>
        </p:nvSpPr>
        <p:spPr>
          <a:xfrm>
            <a:off x="1898428" y="365125"/>
            <a:ext cx="14491145" cy="1193800"/>
          </a:xfrm>
          <a:prstGeom prst="rect">
            <a:avLst/>
          </a:prstGeom>
        </p:spPr>
        <p:txBody>
          <a:bodyPr lIns="0" tIns="0" rIns="0" bIns="0" rtlCol="0" anchor="t">
            <a:spAutoFit/>
          </a:bodyPr>
          <a:lstStyle/>
          <a:p>
            <a:pPr algn="ctr">
              <a:lnSpc>
                <a:spcPts val="9799"/>
              </a:lnSpc>
            </a:pPr>
            <a:r>
              <a:rPr lang="en-US" sz="6999">
                <a:solidFill>
                  <a:srgbClr val="FDF6F6"/>
                </a:solidFill>
                <a:latin typeface="Special Elite"/>
                <a:ea typeface="Special Elite"/>
                <a:cs typeface="Special Elite"/>
                <a:sym typeface="Special Elite"/>
              </a:rPr>
              <a:t>Background</a:t>
            </a:r>
          </a:p>
        </p:txBody>
      </p:sp>
      <p:sp>
        <p:nvSpPr>
          <p:cNvPr id="16" name="TextBox 16"/>
          <p:cNvSpPr txBox="1"/>
          <p:nvPr/>
        </p:nvSpPr>
        <p:spPr>
          <a:xfrm>
            <a:off x="1343294" y="2085232"/>
            <a:ext cx="7403395" cy="4631055"/>
          </a:xfrm>
          <a:prstGeom prst="rect">
            <a:avLst/>
          </a:prstGeom>
        </p:spPr>
        <p:txBody>
          <a:bodyPr lIns="0" tIns="0" rIns="0" bIns="0" rtlCol="0" anchor="t">
            <a:spAutoFit/>
          </a:bodyPr>
          <a:lstStyle/>
          <a:p>
            <a:pPr algn="just">
              <a:lnSpc>
                <a:spcPts val="4620"/>
              </a:lnSpc>
            </a:pPr>
            <a:r>
              <a:rPr lang="en-US" sz="3300">
                <a:solidFill>
                  <a:srgbClr val="FFFFFF"/>
                </a:solidFill>
                <a:latin typeface="Glacial Indifference"/>
                <a:ea typeface="Glacial Indifference"/>
                <a:cs typeface="Glacial Indifference"/>
                <a:sym typeface="Glacial Indifference"/>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a:t>
            </a:r>
          </a:p>
        </p:txBody>
      </p:sp>
      <p:sp>
        <p:nvSpPr>
          <p:cNvPr id="17" name="TextBox 17"/>
          <p:cNvSpPr txBox="1"/>
          <p:nvPr/>
        </p:nvSpPr>
        <p:spPr>
          <a:xfrm>
            <a:off x="9541311" y="2085232"/>
            <a:ext cx="7403395" cy="4631055"/>
          </a:xfrm>
          <a:prstGeom prst="rect">
            <a:avLst/>
          </a:prstGeom>
        </p:spPr>
        <p:txBody>
          <a:bodyPr lIns="0" tIns="0" rIns="0" bIns="0" rtlCol="0" anchor="t">
            <a:spAutoFit/>
          </a:bodyPr>
          <a:lstStyle/>
          <a:p>
            <a:pPr algn="just">
              <a:lnSpc>
                <a:spcPts val="4620"/>
              </a:lnSpc>
            </a:pPr>
            <a:r>
              <a:rPr lang="en-US" sz="3300">
                <a:solidFill>
                  <a:srgbClr val="FFFFFF"/>
                </a:solidFill>
                <a:latin typeface="Glacial Indifference"/>
                <a:ea typeface="Glacial Indifference"/>
                <a:cs typeface="Glacial Indifference"/>
                <a:sym typeface="Glacial Indifference"/>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Char"/>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92637"/>
        </a:solidFill>
        <a:effectLst/>
      </p:bgPr>
    </p:bg>
    <p:spTree>
      <p:nvGrpSpPr>
        <p:cNvPr id="1" name=""/>
        <p:cNvGrpSpPr/>
        <p:nvPr/>
      </p:nvGrpSpPr>
      <p:grpSpPr>
        <a:xfrm>
          <a:off x="0" y="0"/>
          <a:ext cx="0" cy="0"/>
          <a:chOff x="0" y="0"/>
          <a:chExt cx="0" cy="0"/>
        </a:xfrm>
      </p:grpSpPr>
      <p:grpSp>
        <p:nvGrpSpPr>
          <p:cNvPr id="2" name="Group 2"/>
          <p:cNvGrpSpPr/>
          <p:nvPr/>
        </p:nvGrpSpPr>
        <p:grpSpPr>
          <a:xfrm>
            <a:off x="837526" y="815921"/>
            <a:ext cx="16612948" cy="8655158"/>
            <a:chOff x="0" y="0"/>
            <a:chExt cx="4375427" cy="2279548"/>
          </a:xfrm>
        </p:grpSpPr>
        <p:sp>
          <p:nvSpPr>
            <p:cNvPr id="3" name="Freeform 3"/>
            <p:cNvSpPr/>
            <p:nvPr/>
          </p:nvSpPr>
          <p:spPr>
            <a:xfrm>
              <a:off x="0" y="0"/>
              <a:ext cx="4375427" cy="2279548"/>
            </a:xfrm>
            <a:custGeom>
              <a:avLst/>
              <a:gdLst/>
              <a:ahLst/>
              <a:cxnLst/>
              <a:rect l="l" t="t" r="r" b="b"/>
              <a:pathLst>
                <a:path w="4375427" h="2279548">
                  <a:moveTo>
                    <a:pt x="0" y="0"/>
                  </a:moveTo>
                  <a:lnTo>
                    <a:pt x="4375427" y="0"/>
                  </a:lnTo>
                  <a:lnTo>
                    <a:pt x="4375427" y="2279548"/>
                  </a:lnTo>
                  <a:lnTo>
                    <a:pt x="0" y="2279548"/>
                  </a:lnTo>
                  <a:close/>
                </a:path>
              </a:pathLst>
            </a:custGeom>
            <a:solidFill>
              <a:srgbClr val="000000">
                <a:alpha val="0"/>
              </a:srgbClr>
            </a:solidFill>
            <a:ln w="38100" cap="sq">
              <a:solidFill>
                <a:srgbClr val="000000"/>
              </a:solidFill>
              <a:prstDash val="solid"/>
              <a:miter/>
            </a:ln>
          </p:spPr>
        </p:sp>
        <p:sp>
          <p:nvSpPr>
            <p:cNvPr id="4" name="TextBox 4"/>
            <p:cNvSpPr txBox="1"/>
            <p:nvPr/>
          </p:nvSpPr>
          <p:spPr>
            <a:xfrm>
              <a:off x="0" y="-47625"/>
              <a:ext cx="4375427" cy="232717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3836614" y="-2953920"/>
            <a:ext cx="10614772" cy="4747255"/>
            <a:chOff x="0" y="0"/>
            <a:chExt cx="2795660" cy="1250306"/>
          </a:xfrm>
        </p:grpSpPr>
        <p:sp>
          <p:nvSpPr>
            <p:cNvPr id="6" name="Freeform 6"/>
            <p:cNvSpPr/>
            <p:nvPr/>
          </p:nvSpPr>
          <p:spPr>
            <a:xfrm>
              <a:off x="0" y="0"/>
              <a:ext cx="2795660" cy="1250306"/>
            </a:xfrm>
            <a:custGeom>
              <a:avLst/>
              <a:gdLst/>
              <a:ahLst/>
              <a:cxnLst/>
              <a:rect l="l" t="t" r="r" b="b"/>
              <a:pathLst>
                <a:path w="2795660" h="1250306">
                  <a:moveTo>
                    <a:pt x="0" y="0"/>
                  </a:moveTo>
                  <a:lnTo>
                    <a:pt x="2795660" y="0"/>
                  </a:lnTo>
                  <a:lnTo>
                    <a:pt x="2795660" y="1250306"/>
                  </a:lnTo>
                  <a:lnTo>
                    <a:pt x="0" y="1250306"/>
                  </a:lnTo>
                  <a:close/>
                </a:path>
              </a:pathLst>
            </a:custGeom>
            <a:solidFill>
              <a:srgbClr val="192637"/>
            </a:solidFill>
            <a:ln cap="sq">
              <a:noFill/>
              <a:prstDash val="solid"/>
              <a:miter/>
            </a:ln>
          </p:spPr>
        </p:sp>
        <p:sp>
          <p:nvSpPr>
            <p:cNvPr id="7" name="TextBox 7"/>
            <p:cNvSpPr txBox="1"/>
            <p:nvPr/>
          </p:nvSpPr>
          <p:spPr>
            <a:xfrm>
              <a:off x="0" y="-47625"/>
              <a:ext cx="2795660" cy="1297931"/>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4872719" y="8252388"/>
            <a:ext cx="3744491" cy="2437497"/>
          </a:xfrm>
          <a:custGeom>
            <a:avLst/>
            <a:gdLst/>
            <a:ahLst/>
            <a:cxnLst/>
            <a:rect l="l" t="t" r="r" b="b"/>
            <a:pathLst>
              <a:path w="3744491" h="2437497">
                <a:moveTo>
                  <a:pt x="0" y="0"/>
                </a:moveTo>
                <a:lnTo>
                  <a:pt x="3744491" y="0"/>
                </a:lnTo>
                <a:lnTo>
                  <a:pt x="3744491" y="2437496"/>
                </a:lnTo>
                <a:lnTo>
                  <a:pt x="0" y="24374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4046164" y="8252388"/>
            <a:ext cx="3485940" cy="2581413"/>
          </a:xfrm>
          <a:custGeom>
            <a:avLst/>
            <a:gdLst/>
            <a:ahLst/>
            <a:cxnLst/>
            <a:rect l="l" t="t" r="r" b="b"/>
            <a:pathLst>
              <a:path w="3485940" h="2581413">
                <a:moveTo>
                  <a:pt x="0" y="0"/>
                </a:moveTo>
                <a:lnTo>
                  <a:pt x="3485940" y="0"/>
                </a:lnTo>
                <a:lnTo>
                  <a:pt x="3485940" y="2581413"/>
                </a:lnTo>
                <a:lnTo>
                  <a:pt x="0" y="258141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1057275" y="7849231"/>
            <a:ext cx="4146702" cy="3114190"/>
          </a:xfrm>
          <a:custGeom>
            <a:avLst/>
            <a:gdLst/>
            <a:ahLst/>
            <a:cxnLst/>
            <a:rect l="l" t="t" r="r" b="b"/>
            <a:pathLst>
              <a:path w="4146702" h="3114190">
                <a:moveTo>
                  <a:pt x="0" y="0"/>
                </a:moveTo>
                <a:lnTo>
                  <a:pt x="4146702" y="0"/>
                </a:lnTo>
                <a:lnTo>
                  <a:pt x="4146702" y="3114190"/>
                </a:lnTo>
                <a:lnTo>
                  <a:pt x="0" y="311419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11919821" y="8213665"/>
            <a:ext cx="3704561" cy="2620135"/>
          </a:xfrm>
          <a:custGeom>
            <a:avLst/>
            <a:gdLst/>
            <a:ahLst/>
            <a:cxnLst/>
            <a:rect l="l" t="t" r="r" b="b"/>
            <a:pathLst>
              <a:path w="3704561" h="2620135">
                <a:moveTo>
                  <a:pt x="0" y="0"/>
                </a:moveTo>
                <a:lnTo>
                  <a:pt x="3704562" y="0"/>
                </a:lnTo>
                <a:lnTo>
                  <a:pt x="3704562" y="2620136"/>
                </a:lnTo>
                <a:lnTo>
                  <a:pt x="0" y="2620136"/>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12" name="Freeform 12"/>
          <p:cNvSpPr/>
          <p:nvPr/>
        </p:nvSpPr>
        <p:spPr>
          <a:xfrm rot="3030510" flipH="1">
            <a:off x="7379247" y="7097754"/>
            <a:ext cx="4909197" cy="4114800"/>
          </a:xfrm>
          <a:custGeom>
            <a:avLst/>
            <a:gdLst/>
            <a:ahLst/>
            <a:cxnLst/>
            <a:rect l="l" t="t" r="r" b="b"/>
            <a:pathLst>
              <a:path w="4909197" h="4114800">
                <a:moveTo>
                  <a:pt x="4909198" y="0"/>
                </a:moveTo>
                <a:lnTo>
                  <a:pt x="0" y="0"/>
                </a:lnTo>
                <a:lnTo>
                  <a:pt x="0" y="4114800"/>
                </a:lnTo>
                <a:lnTo>
                  <a:pt x="4909198" y="4114800"/>
                </a:lnTo>
                <a:lnTo>
                  <a:pt x="4909198"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a:off x="7002683" y="7652169"/>
            <a:ext cx="2935938" cy="3212262"/>
          </a:xfrm>
          <a:custGeom>
            <a:avLst/>
            <a:gdLst/>
            <a:ahLst/>
            <a:cxnLst/>
            <a:rect l="l" t="t" r="r" b="b"/>
            <a:pathLst>
              <a:path w="2935938" h="3212262">
                <a:moveTo>
                  <a:pt x="0" y="0"/>
                </a:moveTo>
                <a:lnTo>
                  <a:pt x="2935938" y="0"/>
                </a:lnTo>
                <a:lnTo>
                  <a:pt x="2935938" y="3212262"/>
                </a:lnTo>
                <a:lnTo>
                  <a:pt x="0" y="321226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a:off x="-618697" y="9007026"/>
            <a:ext cx="2359302" cy="1682859"/>
          </a:xfrm>
          <a:custGeom>
            <a:avLst/>
            <a:gdLst/>
            <a:ahLst/>
            <a:cxnLst/>
            <a:rect l="l" t="t" r="r" b="b"/>
            <a:pathLst>
              <a:path w="2359302" h="1682859">
                <a:moveTo>
                  <a:pt x="0" y="0"/>
                </a:moveTo>
                <a:lnTo>
                  <a:pt x="2359302" y="0"/>
                </a:lnTo>
                <a:lnTo>
                  <a:pt x="2359302" y="1682858"/>
                </a:lnTo>
                <a:lnTo>
                  <a:pt x="0" y="168285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5" name="TextBox 15"/>
          <p:cNvSpPr txBox="1"/>
          <p:nvPr/>
        </p:nvSpPr>
        <p:spPr>
          <a:xfrm>
            <a:off x="1898428" y="365125"/>
            <a:ext cx="14491145" cy="1193800"/>
          </a:xfrm>
          <a:prstGeom prst="rect">
            <a:avLst/>
          </a:prstGeom>
        </p:spPr>
        <p:txBody>
          <a:bodyPr lIns="0" tIns="0" rIns="0" bIns="0" rtlCol="0" anchor="t">
            <a:spAutoFit/>
          </a:bodyPr>
          <a:lstStyle/>
          <a:p>
            <a:pPr algn="ctr">
              <a:lnSpc>
                <a:spcPts val="9799"/>
              </a:lnSpc>
            </a:pPr>
            <a:r>
              <a:rPr lang="en-US" sz="6999">
                <a:solidFill>
                  <a:srgbClr val="FDF6F6"/>
                </a:solidFill>
                <a:latin typeface="Special Elite"/>
                <a:ea typeface="Special Elite"/>
                <a:cs typeface="Special Elite"/>
                <a:sym typeface="Special Elite"/>
              </a:rPr>
              <a:t>Problems</a:t>
            </a:r>
          </a:p>
        </p:txBody>
      </p:sp>
      <p:sp>
        <p:nvSpPr>
          <p:cNvPr id="16" name="TextBox 16"/>
          <p:cNvSpPr txBox="1"/>
          <p:nvPr/>
        </p:nvSpPr>
        <p:spPr>
          <a:xfrm>
            <a:off x="3559941" y="2231433"/>
            <a:ext cx="13322393" cy="1725930"/>
          </a:xfrm>
          <a:prstGeom prst="rect">
            <a:avLst/>
          </a:prstGeom>
        </p:spPr>
        <p:txBody>
          <a:bodyPr lIns="0" tIns="0" rIns="0" bIns="0" rtlCol="0" anchor="t">
            <a:spAutoFit/>
          </a:bodyPr>
          <a:lstStyle/>
          <a:p>
            <a:pPr algn="just">
              <a:lnSpc>
                <a:spcPts val="4620"/>
              </a:lnSpc>
            </a:pPr>
            <a:r>
              <a:rPr lang="en-US" sz="3300">
                <a:solidFill>
                  <a:srgbClr val="FFFFFF"/>
                </a:solidFill>
                <a:latin typeface="Glacial Indifference"/>
                <a:ea typeface="Glacial Indifference"/>
                <a:cs typeface="Glacial Indifference"/>
                <a:sym typeface="Glacial Indifference"/>
              </a:rPr>
              <a:t>Lorem ipsum dolor sit amet, consectetur adipiscing elit. Quisque non elit mauris. Cras euismod, metus ac finibus finibus, felis dui suscipit purus, a maximus leo ligula at dolor. Morbi et malesuada purus. </a:t>
            </a:r>
          </a:p>
        </p:txBody>
      </p:sp>
      <p:grpSp>
        <p:nvGrpSpPr>
          <p:cNvPr id="17" name="Group 17"/>
          <p:cNvGrpSpPr/>
          <p:nvPr/>
        </p:nvGrpSpPr>
        <p:grpSpPr>
          <a:xfrm>
            <a:off x="1448882" y="2298108"/>
            <a:ext cx="1253324" cy="1253324"/>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56188"/>
            </a:solidFill>
            <a:ln w="47625" cap="sq">
              <a:solidFill>
                <a:srgbClr val="C5E5E0"/>
              </a:solidFill>
              <a:prstDash val="lgDash"/>
              <a:miter/>
            </a:ln>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1405666" y="2594570"/>
            <a:ext cx="1339756" cy="679450"/>
          </a:xfrm>
          <a:prstGeom prst="rect">
            <a:avLst/>
          </a:prstGeom>
        </p:spPr>
        <p:txBody>
          <a:bodyPr lIns="0" tIns="0" rIns="0" bIns="0" rtlCol="0" anchor="t">
            <a:spAutoFit/>
          </a:bodyPr>
          <a:lstStyle/>
          <a:p>
            <a:pPr algn="ctr">
              <a:lnSpc>
                <a:spcPts val="5599"/>
              </a:lnSpc>
            </a:pPr>
            <a:r>
              <a:rPr lang="en-US" sz="3999">
                <a:solidFill>
                  <a:srgbClr val="FDF6F6"/>
                </a:solidFill>
                <a:latin typeface="Special Elite"/>
                <a:ea typeface="Special Elite"/>
                <a:cs typeface="Special Elite"/>
                <a:sym typeface="Special Elite"/>
              </a:rPr>
              <a:t>1</a:t>
            </a:r>
          </a:p>
        </p:txBody>
      </p:sp>
      <p:sp>
        <p:nvSpPr>
          <p:cNvPr id="21" name="TextBox 21"/>
          <p:cNvSpPr txBox="1"/>
          <p:nvPr/>
        </p:nvSpPr>
        <p:spPr>
          <a:xfrm>
            <a:off x="3559941" y="4685641"/>
            <a:ext cx="13322393" cy="1725930"/>
          </a:xfrm>
          <a:prstGeom prst="rect">
            <a:avLst/>
          </a:prstGeom>
        </p:spPr>
        <p:txBody>
          <a:bodyPr lIns="0" tIns="0" rIns="0" bIns="0" rtlCol="0" anchor="t">
            <a:spAutoFit/>
          </a:bodyPr>
          <a:lstStyle/>
          <a:p>
            <a:pPr algn="just">
              <a:lnSpc>
                <a:spcPts val="4620"/>
              </a:lnSpc>
            </a:pPr>
            <a:r>
              <a:rPr lang="en-US" sz="3300">
                <a:solidFill>
                  <a:srgbClr val="FFFFFF"/>
                </a:solidFill>
                <a:latin typeface="Glacial Indifference"/>
                <a:ea typeface="Glacial Indifference"/>
                <a:cs typeface="Glacial Indifference"/>
                <a:sym typeface="Glacial Indifference"/>
              </a:rPr>
              <a:t>Lorem ipsum dolor sit amet, consectetur adipiscing elit. Quisque non elit mauris. Cras euismod, metus ac finibus finibus, felis dui suscipit purus, a maximus leo ligula at dolor. Morbi et malesuada purus. </a:t>
            </a:r>
          </a:p>
        </p:txBody>
      </p:sp>
      <p:grpSp>
        <p:nvGrpSpPr>
          <p:cNvPr id="22" name="Group 22"/>
          <p:cNvGrpSpPr/>
          <p:nvPr/>
        </p:nvGrpSpPr>
        <p:grpSpPr>
          <a:xfrm>
            <a:off x="1448882" y="4752316"/>
            <a:ext cx="1253324" cy="1253324"/>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56188"/>
            </a:solidFill>
            <a:ln w="47625" cap="sq">
              <a:solidFill>
                <a:srgbClr val="C5E5E0"/>
              </a:solidFill>
              <a:prstDash val="lgDash"/>
              <a:miter/>
            </a:ln>
          </p:spPr>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25" name="TextBox 25"/>
          <p:cNvSpPr txBox="1"/>
          <p:nvPr/>
        </p:nvSpPr>
        <p:spPr>
          <a:xfrm>
            <a:off x="1405666" y="5048778"/>
            <a:ext cx="1339756" cy="679450"/>
          </a:xfrm>
          <a:prstGeom prst="rect">
            <a:avLst/>
          </a:prstGeom>
        </p:spPr>
        <p:txBody>
          <a:bodyPr lIns="0" tIns="0" rIns="0" bIns="0" rtlCol="0" anchor="t">
            <a:spAutoFit/>
          </a:bodyPr>
          <a:lstStyle/>
          <a:p>
            <a:pPr algn="ctr">
              <a:lnSpc>
                <a:spcPts val="5599"/>
              </a:lnSpc>
            </a:pPr>
            <a:r>
              <a:rPr lang="en-US" sz="3999">
                <a:solidFill>
                  <a:srgbClr val="FDF6F6"/>
                </a:solidFill>
                <a:latin typeface="Special Elite"/>
                <a:ea typeface="Special Elite"/>
                <a:cs typeface="Special Elite"/>
                <a:sym typeface="Special Elite"/>
              </a:rPr>
              <a:t>2</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92637"/>
        </a:solidFill>
        <a:effectLst/>
      </p:bgPr>
    </p:bg>
    <p:spTree>
      <p:nvGrpSpPr>
        <p:cNvPr id="1" name=""/>
        <p:cNvGrpSpPr/>
        <p:nvPr/>
      </p:nvGrpSpPr>
      <p:grpSpPr>
        <a:xfrm>
          <a:off x="0" y="0"/>
          <a:ext cx="0" cy="0"/>
          <a:chOff x="0" y="0"/>
          <a:chExt cx="0" cy="0"/>
        </a:xfrm>
      </p:grpSpPr>
      <p:grpSp>
        <p:nvGrpSpPr>
          <p:cNvPr id="2" name="Group 2"/>
          <p:cNvGrpSpPr/>
          <p:nvPr/>
        </p:nvGrpSpPr>
        <p:grpSpPr>
          <a:xfrm>
            <a:off x="837526" y="815921"/>
            <a:ext cx="16612948" cy="8655158"/>
            <a:chOff x="0" y="0"/>
            <a:chExt cx="4375427" cy="2279548"/>
          </a:xfrm>
        </p:grpSpPr>
        <p:sp>
          <p:nvSpPr>
            <p:cNvPr id="3" name="Freeform 3"/>
            <p:cNvSpPr/>
            <p:nvPr/>
          </p:nvSpPr>
          <p:spPr>
            <a:xfrm>
              <a:off x="0" y="0"/>
              <a:ext cx="4375427" cy="2279548"/>
            </a:xfrm>
            <a:custGeom>
              <a:avLst/>
              <a:gdLst/>
              <a:ahLst/>
              <a:cxnLst/>
              <a:rect l="l" t="t" r="r" b="b"/>
              <a:pathLst>
                <a:path w="4375427" h="2279548">
                  <a:moveTo>
                    <a:pt x="0" y="0"/>
                  </a:moveTo>
                  <a:lnTo>
                    <a:pt x="4375427" y="0"/>
                  </a:lnTo>
                  <a:lnTo>
                    <a:pt x="4375427" y="2279548"/>
                  </a:lnTo>
                  <a:lnTo>
                    <a:pt x="0" y="2279548"/>
                  </a:lnTo>
                  <a:close/>
                </a:path>
              </a:pathLst>
            </a:custGeom>
            <a:solidFill>
              <a:srgbClr val="000000">
                <a:alpha val="0"/>
              </a:srgbClr>
            </a:solidFill>
            <a:ln w="38100" cap="sq">
              <a:solidFill>
                <a:srgbClr val="000000"/>
              </a:solidFill>
              <a:prstDash val="solid"/>
              <a:miter/>
            </a:ln>
          </p:spPr>
        </p:sp>
        <p:sp>
          <p:nvSpPr>
            <p:cNvPr id="4" name="TextBox 4"/>
            <p:cNvSpPr txBox="1"/>
            <p:nvPr/>
          </p:nvSpPr>
          <p:spPr>
            <a:xfrm>
              <a:off x="0" y="-47625"/>
              <a:ext cx="4375427" cy="232717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3836614" y="-2953920"/>
            <a:ext cx="10614772" cy="4747255"/>
            <a:chOff x="0" y="0"/>
            <a:chExt cx="2795660" cy="1250306"/>
          </a:xfrm>
        </p:grpSpPr>
        <p:sp>
          <p:nvSpPr>
            <p:cNvPr id="6" name="Freeform 6"/>
            <p:cNvSpPr/>
            <p:nvPr/>
          </p:nvSpPr>
          <p:spPr>
            <a:xfrm>
              <a:off x="0" y="0"/>
              <a:ext cx="2795660" cy="1250306"/>
            </a:xfrm>
            <a:custGeom>
              <a:avLst/>
              <a:gdLst/>
              <a:ahLst/>
              <a:cxnLst/>
              <a:rect l="l" t="t" r="r" b="b"/>
              <a:pathLst>
                <a:path w="2795660" h="1250306">
                  <a:moveTo>
                    <a:pt x="0" y="0"/>
                  </a:moveTo>
                  <a:lnTo>
                    <a:pt x="2795660" y="0"/>
                  </a:lnTo>
                  <a:lnTo>
                    <a:pt x="2795660" y="1250306"/>
                  </a:lnTo>
                  <a:lnTo>
                    <a:pt x="0" y="1250306"/>
                  </a:lnTo>
                  <a:close/>
                </a:path>
              </a:pathLst>
            </a:custGeom>
            <a:solidFill>
              <a:srgbClr val="192637"/>
            </a:solidFill>
            <a:ln cap="sq">
              <a:noFill/>
              <a:prstDash val="solid"/>
              <a:miter/>
            </a:ln>
          </p:spPr>
        </p:sp>
        <p:sp>
          <p:nvSpPr>
            <p:cNvPr id="7" name="TextBox 7"/>
            <p:cNvSpPr txBox="1"/>
            <p:nvPr/>
          </p:nvSpPr>
          <p:spPr>
            <a:xfrm>
              <a:off x="0" y="-47625"/>
              <a:ext cx="2795660" cy="1297931"/>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4872719" y="8252388"/>
            <a:ext cx="3744491" cy="2437497"/>
          </a:xfrm>
          <a:custGeom>
            <a:avLst/>
            <a:gdLst/>
            <a:ahLst/>
            <a:cxnLst/>
            <a:rect l="l" t="t" r="r" b="b"/>
            <a:pathLst>
              <a:path w="3744491" h="2437497">
                <a:moveTo>
                  <a:pt x="0" y="0"/>
                </a:moveTo>
                <a:lnTo>
                  <a:pt x="3744491" y="0"/>
                </a:lnTo>
                <a:lnTo>
                  <a:pt x="3744491" y="2437496"/>
                </a:lnTo>
                <a:lnTo>
                  <a:pt x="0" y="24374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4046164" y="8252388"/>
            <a:ext cx="3485940" cy="2581413"/>
          </a:xfrm>
          <a:custGeom>
            <a:avLst/>
            <a:gdLst/>
            <a:ahLst/>
            <a:cxnLst/>
            <a:rect l="l" t="t" r="r" b="b"/>
            <a:pathLst>
              <a:path w="3485940" h="2581413">
                <a:moveTo>
                  <a:pt x="0" y="0"/>
                </a:moveTo>
                <a:lnTo>
                  <a:pt x="3485940" y="0"/>
                </a:lnTo>
                <a:lnTo>
                  <a:pt x="3485940" y="2581413"/>
                </a:lnTo>
                <a:lnTo>
                  <a:pt x="0" y="258141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1057275" y="7849231"/>
            <a:ext cx="4146702" cy="3114190"/>
          </a:xfrm>
          <a:custGeom>
            <a:avLst/>
            <a:gdLst/>
            <a:ahLst/>
            <a:cxnLst/>
            <a:rect l="l" t="t" r="r" b="b"/>
            <a:pathLst>
              <a:path w="4146702" h="3114190">
                <a:moveTo>
                  <a:pt x="0" y="0"/>
                </a:moveTo>
                <a:lnTo>
                  <a:pt x="4146702" y="0"/>
                </a:lnTo>
                <a:lnTo>
                  <a:pt x="4146702" y="3114190"/>
                </a:lnTo>
                <a:lnTo>
                  <a:pt x="0" y="311419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11919821" y="8213665"/>
            <a:ext cx="3704561" cy="2620135"/>
          </a:xfrm>
          <a:custGeom>
            <a:avLst/>
            <a:gdLst/>
            <a:ahLst/>
            <a:cxnLst/>
            <a:rect l="l" t="t" r="r" b="b"/>
            <a:pathLst>
              <a:path w="3704561" h="2620135">
                <a:moveTo>
                  <a:pt x="0" y="0"/>
                </a:moveTo>
                <a:lnTo>
                  <a:pt x="3704562" y="0"/>
                </a:lnTo>
                <a:lnTo>
                  <a:pt x="3704562" y="2620136"/>
                </a:lnTo>
                <a:lnTo>
                  <a:pt x="0" y="2620136"/>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12" name="Freeform 12"/>
          <p:cNvSpPr/>
          <p:nvPr/>
        </p:nvSpPr>
        <p:spPr>
          <a:xfrm rot="3030510" flipH="1">
            <a:off x="7379247" y="7097754"/>
            <a:ext cx="4909197" cy="4114800"/>
          </a:xfrm>
          <a:custGeom>
            <a:avLst/>
            <a:gdLst/>
            <a:ahLst/>
            <a:cxnLst/>
            <a:rect l="l" t="t" r="r" b="b"/>
            <a:pathLst>
              <a:path w="4909197" h="4114800">
                <a:moveTo>
                  <a:pt x="4909198" y="0"/>
                </a:moveTo>
                <a:lnTo>
                  <a:pt x="0" y="0"/>
                </a:lnTo>
                <a:lnTo>
                  <a:pt x="0" y="4114800"/>
                </a:lnTo>
                <a:lnTo>
                  <a:pt x="4909198" y="4114800"/>
                </a:lnTo>
                <a:lnTo>
                  <a:pt x="4909198"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a:off x="7002683" y="7652169"/>
            <a:ext cx="2935938" cy="3212262"/>
          </a:xfrm>
          <a:custGeom>
            <a:avLst/>
            <a:gdLst/>
            <a:ahLst/>
            <a:cxnLst/>
            <a:rect l="l" t="t" r="r" b="b"/>
            <a:pathLst>
              <a:path w="2935938" h="3212262">
                <a:moveTo>
                  <a:pt x="0" y="0"/>
                </a:moveTo>
                <a:lnTo>
                  <a:pt x="2935938" y="0"/>
                </a:lnTo>
                <a:lnTo>
                  <a:pt x="2935938" y="3212262"/>
                </a:lnTo>
                <a:lnTo>
                  <a:pt x="0" y="321226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a:off x="-618697" y="9007026"/>
            <a:ext cx="2359302" cy="1682859"/>
          </a:xfrm>
          <a:custGeom>
            <a:avLst/>
            <a:gdLst/>
            <a:ahLst/>
            <a:cxnLst/>
            <a:rect l="l" t="t" r="r" b="b"/>
            <a:pathLst>
              <a:path w="2359302" h="1682859">
                <a:moveTo>
                  <a:pt x="0" y="0"/>
                </a:moveTo>
                <a:lnTo>
                  <a:pt x="2359302" y="0"/>
                </a:lnTo>
                <a:lnTo>
                  <a:pt x="2359302" y="1682858"/>
                </a:lnTo>
                <a:lnTo>
                  <a:pt x="0" y="168285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grpSp>
        <p:nvGrpSpPr>
          <p:cNvPr id="15" name="Group 15"/>
          <p:cNvGrpSpPr/>
          <p:nvPr/>
        </p:nvGrpSpPr>
        <p:grpSpPr>
          <a:xfrm>
            <a:off x="1912719" y="1185390"/>
            <a:ext cx="980291" cy="1190625"/>
            <a:chOff x="0" y="0"/>
            <a:chExt cx="669212" cy="812800"/>
          </a:xfrm>
        </p:grpSpPr>
        <p:sp>
          <p:nvSpPr>
            <p:cNvPr id="16" name="Freeform 16"/>
            <p:cNvSpPr/>
            <p:nvPr/>
          </p:nvSpPr>
          <p:spPr>
            <a:xfrm>
              <a:off x="0" y="0"/>
              <a:ext cx="669212" cy="812800"/>
            </a:xfrm>
            <a:custGeom>
              <a:avLst/>
              <a:gdLst/>
              <a:ahLst/>
              <a:cxnLst/>
              <a:rect l="l" t="t" r="r" b="b"/>
              <a:pathLst>
                <a:path w="669212" h="812800">
                  <a:moveTo>
                    <a:pt x="669212" y="0"/>
                  </a:moveTo>
                  <a:lnTo>
                    <a:pt x="669212" y="698500"/>
                  </a:lnTo>
                  <a:lnTo>
                    <a:pt x="334606" y="812800"/>
                  </a:lnTo>
                  <a:lnTo>
                    <a:pt x="0" y="698500"/>
                  </a:lnTo>
                  <a:lnTo>
                    <a:pt x="0" y="0"/>
                  </a:lnTo>
                  <a:lnTo>
                    <a:pt x="669212" y="0"/>
                  </a:lnTo>
                  <a:close/>
                </a:path>
              </a:pathLst>
            </a:custGeom>
            <a:solidFill>
              <a:srgbClr val="456188"/>
            </a:solidFill>
            <a:ln w="47625" cap="sq">
              <a:solidFill>
                <a:srgbClr val="C5E5E0"/>
              </a:solidFill>
              <a:prstDash val="lgDash"/>
              <a:miter/>
            </a:ln>
          </p:spPr>
        </p:sp>
        <p:sp>
          <p:nvSpPr>
            <p:cNvPr id="17" name="TextBox 17"/>
            <p:cNvSpPr txBox="1"/>
            <p:nvPr/>
          </p:nvSpPr>
          <p:spPr>
            <a:xfrm>
              <a:off x="0" y="-47625"/>
              <a:ext cx="669212" cy="74612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8" name="TextBox 18"/>
          <p:cNvSpPr txBox="1"/>
          <p:nvPr/>
        </p:nvSpPr>
        <p:spPr>
          <a:xfrm>
            <a:off x="1898428" y="365125"/>
            <a:ext cx="14491145" cy="1193800"/>
          </a:xfrm>
          <a:prstGeom prst="rect">
            <a:avLst/>
          </a:prstGeom>
        </p:spPr>
        <p:txBody>
          <a:bodyPr lIns="0" tIns="0" rIns="0" bIns="0" rtlCol="0" anchor="t">
            <a:spAutoFit/>
          </a:bodyPr>
          <a:lstStyle/>
          <a:p>
            <a:pPr algn="ctr">
              <a:lnSpc>
                <a:spcPts val="9799"/>
              </a:lnSpc>
            </a:pPr>
            <a:r>
              <a:rPr lang="en-US" sz="6999">
                <a:solidFill>
                  <a:srgbClr val="FDF6F6"/>
                </a:solidFill>
                <a:latin typeface="Special Elite"/>
                <a:ea typeface="Special Elite"/>
                <a:cs typeface="Special Elite"/>
                <a:sym typeface="Special Elite"/>
              </a:rPr>
              <a:t>Goals</a:t>
            </a:r>
          </a:p>
        </p:txBody>
      </p:sp>
      <p:sp>
        <p:nvSpPr>
          <p:cNvPr id="19" name="TextBox 19"/>
          <p:cNvSpPr txBox="1"/>
          <p:nvPr/>
        </p:nvSpPr>
        <p:spPr>
          <a:xfrm>
            <a:off x="1912719" y="2440089"/>
            <a:ext cx="6862973" cy="5212080"/>
          </a:xfrm>
          <a:prstGeom prst="rect">
            <a:avLst/>
          </a:prstGeom>
        </p:spPr>
        <p:txBody>
          <a:bodyPr lIns="0" tIns="0" rIns="0" bIns="0" rtlCol="0" anchor="t">
            <a:spAutoFit/>
          </a:bodyPr>
          <a:lstStyle/>
          <a:p>
            <a:pPr algn="just">
              <a:lnSpc>
                <a:spcPts val="4620"/>
              </a:lnSpc>
            </a:pPr>
            <a:r>
              <a:rPr lang="en-US" sz="3300">
                <a:solidFill>
                  <a:srgbClr val="FFFFFF"/>
                </a:solidFill>
                <a:latin typeface="Glacial Indifference"/>
                <a:ea typeface="Glacial Indifference"/>
                <a:cs typeface="Glacial Indifference"/>
                <a:sym typeface="Glacial Indifference"/>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a:t>
            </a:r>
          </a:p>
        </p:txBody>
      </p:sp>
      <p:sp>
        <p:nvSpPr>
          <p:cNvPr id="20" name="TextBox 20"/>
          <p:cNvSpPr txBox="1"/>
          <p:nvPr/>
        </p:nvSpPr>
        <p:spPr>
          <a:xfrm>
            <a:off x="9512308" y="2440089"/>
            <a:ext cx="6862973" cy="5212080"/>
          </a:xfrm>
          <a:prstGeom prst="rect">
            <a:avLst/>
          </a:prstGeom>
        </p:spPr>
        <p:txBody>
          <a:bodyPr lIns="0" tIns="0" rIns="0" bIns="0" rtlCol="0" anchor="t">
            <a:spAutoFit/>
          </a:bodyPr>
          <a:lstStyle/>
          <a:p>
            <a:pPr algn="just">
              <a:lnSpc>
                <a:spcPts val="4620"/>
              </a:lnSpc>
            </a:pPr>
            <a:r>
              <a:rPr lang="en-US" sz="3300">
                <a:solidFill>
                  <a:srgbClr val="FFFFFF"/>
                </a:solidFill>
                <a:latin typeface="Glacial Indifference"/>
                <a:ea typeface="Glacial Indifference"/>
                <a:cs typeface="Glacial Indifference"/>
                <a:sym typeface="Glacial Indifference"/>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a:t>
            </a:r>
          </a:p>
        </p:txBody>
      </p:sp>
      <p:grpSp>
        <p:nvGrpSpPr>
          <p:cNvPr id="21" name="Group 21"/>
          <p:cNvGrpSpPr/>
          <p:nvPr/>
        </p:nvGrpSpPr>
        <p:grpSpPr>
          <a:xfrm>
            <a:off x="15394990" y="1185390"/>
            <a:ext cx="980291" cy="1190625"/>
            <a:chOff x="0" y="0"/>
            <a:chExt cx="669212" cy="812800"/>
          </a:xfrm>
        </p:grpSpPr>
        <p:sp>
          <p:nvSpPr>
            <p:cNvPr id="22" name="Freeform 22"/>
            <p:cNvSpPr/>
            <p:nvPr/>
          </p:nvSpPr>
          <p:spPr>
            <a:xfrm>
              <a:off x="0" y="0"/>
              <a:ext cx="669212" cy="812800"/>
            </a:xfrm>
            <a:custGeom>
              <a:avLst/>
              <a:gdLst/>
              <a:ahLst/>
              <a:cxnLst/>
              <a:rect l="l" t="t" r="r" b="b"/>
              <a:pathLst>
                <a:path w="669212" h="812800">
                  <a:moveTo>
                    <a:pt x="669212" y="0"/>
                  </a:moveTo>
                  <a:lnTo>
                    <a:pt x="669212" y="698500"/>
                  </a:lnTo>
                  <a:lnTo>
                    <a:pt x="334606" y="812800"/>
                  </a:lnTo>
                  <a:lnTo>
                    <a:pt x="0" y="698500"/>
                  </a:lnTo>
                  <a:lnTo>
                    <a:pt x="0" y="0"/>
                  </a:lnTo>
                  <a:lnTo>
                    <a:pt x="669212" y="0"/>
                  </a:lnTo>
                  <a:close/>
                </a:path>
              </a:pathLst>
            </a:custGeom>
            <a:solidFill>
              <a:srgbClr val="456188"/>
            </a:solidFill>
            <a:ln w="47625" cap="sq">
              <a:solidFill>
                <a:srgbClr val="C5E5E0"/>
              </a:solidFill>
              <a:prstDash val="lgDash"/>
              <a:miter/>
            </a:ln>
          </p:spPr>
        </p:sp>
        <p:sp>
          <p:nvSpPr>
            <p:cNvPr id="23" name="TextBox 23"/>
            <p:cNvSpPr txBox="1"/>
            <p:nvPr/>
          </p:nvSpPr>
          <p:spPr>
            <a:xfrm>
              <a:off x="0" y="-47625"/>
              <a:ext cx="669212" cy="74612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4" name="TextBox 24"/>
          <p:cNvSpPr txBox="1"/>
          <p:nvPr/>
        </p:nvSpPr>
        <p:spPr>
          <a:xfrm>
            <a:off x="1732987" y="1402877"/>
            <a:ext cx="1339756" cy="679450"/>
          </a:xfrm>
          <a:prstGeom prst="rect">
            <a:avLst/>
          </a:prstGeom>
        </p:spPr>
        <p:txBody>
          <a:bodyPr lIns="0" tIns="0" rIns="0" bIns="0" rtlCol="0" anchor="t">
            <a:spAutoFit/>
          </a:bodyPr>
          <a:lstStyle/>
          <a:p>
            <a:pPr algn="ctr">
              <a:lnSpc>
                <a:spcPts val="5599"/>
              </a:lnSpc>
            </a:pPr>
            <a:r>
              <a:rPr lang="en-US" sz="3999">
                <a:solidFill>
                  <a:srgbClr val="FDF6F6"/>
                </a:solidFill>
                <a:latin typeface="Special Elite"/>
                <a:ea typeface="Special Elite"/>
                <a:cs typeface="Special Elite"/>
                <a:sym typeface="Special Elite"/>
              </a:rPr>
              <a:t>1</a:t>
            </a:r>
          </a:p>
        </p:txBody>
      </p:sp>
      <p:sp>
        <p:nvSpPr>
          <p:cNvPr id="25" name="TextBox 25"/>
          <p:cNvSpPr txBox="1"/>
          <p:nvPr/>
        </p:nvSpPr>
        <p:spPr>
          <a:xfrm>
            <a:off x="15215257" y="1402877"/>
            <a:ext cx="1339756" cy="679450"/>
          </a:xfrm>
          <a:prstGeom prst="rect">
            <a:avLst/>
          </a:prstGeom>
        </p:spPr>
        <p:txBody>
          <a:bodyPr lIns="0" tIns="0" rIns="0" bIns="0" rtlCol="0" anchor="t">
            <a:spAutoFit/>
          </a:bodyPr>
          <a:lstStyle/>
          <a:p>
            <a:pPr algn="ctr">
              <a:lnSpc>
                <a:spcPts val="5599"/>
              </a:lnSpc>
            </a:pPr>
            <a:r>
              <a:rPr lang="en-US" sz="3999">
                <a:solidFill>
                  <a:srgbClr val="FDF6F6"/>
                </a:solidFill>
                <a:latin typeface="Special Elite"/>
                <a:ea typeface="Special Elite"/>
                <a:cs typeface="Special Elite"/>
                <a:sym typeface="Special Elite"/>
              </a:rPr>
              <a:t>2</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92637"/>
        </a:solidFill>
        <a:effectLst/>
      </p:bgPr>
    </p:bg>
    <p:spTree>
      <p:nvGrpSpPr>
        <p:cNvPr id="1" name=""/>
        <p:cNvGrpSpPr/>
        <p:nvPr/>
      </p:nvGrpSpPr>
      <p:grpSpPr>
        <a:xfrm>
          <a:off x="0" y="0"/>
          <a:ext cx="0" cy="0"/>
          <a:chOff x="0" y="0"/>
          <a:chExt cx="0" cy="0"/>
        </a:xfrm>
      </p:grpSpPr>
      <p:grpSp>
        <p:nvGrpSpPr>
          <p:cNvPr id="2" name="Group 2"/>
          <p:cNvGrpSpPr/>
          <p:nvPr/>
        </p:nvGrpSpPr>
        <p:grpSpPr>
          <a:xfrm>
            <a:off x="837526" y="815921"/>
            <a:ext cx="16612948" cy="8655158"/>
            <a:chOff x="0" y="0"/>
            <a:chExt cx="4375427" cy="2279548"/>
          </a:xfrm>
        </p:grpSpPr>
        <p:sp>
          <p:nvSpPr>
            <p:cNvPr id="3" name="Freeform 3"/>
            <p:cNvSpPr/>
            <p:nvPr/>
          </p:nvSpPr>
          <p:spPr>
            <a:xfrm>
              <a:off x="0" y="0"/>
              <a:ext cx="4375427" cy="2279548"/>
            </a:xfrm>
            <a:custGeom>
              <a:avLst/>
              <a:gdLst/>
              <a:ahLst/>
              <a:cxnLst/>
              <a:rect l="l" t="t" r="r" b="b"/>
              <a:pathLst>
                <a:path w="4375427" h="2279548">
                  <a:moveTo>
                    <a:pt x="0" y="0"/>
                  </a:moveTo>
                  <a:lnTo>
                    <a:pt x="4375427" y="0"/>
                  </a:lnTo>
                  <a:lnTo>
                    <a:pt x="4375427" y="2279548"/>
                  </a:lnTo>
                  <a:lnTo>
                    <a:pt x="0" y="2279548"/>
                  </a:lnTo>
                  <a:close/>
                </a:path>
              </a:pathLst>
            </a:custGeom>
            <a:solidFill>
              <a:srgbClr val="000000">
                <a:alpha val="0"/>
              </a:srgbClr>
            </a:solidFill>
            <a:ln w="38100" cap="sq">
              <a:solidFill>
                <a:srgbClr val="000000"/>
              </a:solidFill>
              <a:prstDash val="solid"/>
              <a:miter/>
            </a:ln>
          </p:spPr>
        </p:sp>
        <p:sp>
          <p:nvSpPr>
            <p:cNvPr id="4" name="TextBox 4"/>
            <p:cNvSpPr txBox="1"/>
            <p:nvPr/>
          </p:nvSpPr>
          <p:spPr>
            <a:xfrm>
              <a:off x="0" y="-47625"/>
              <a:ext cx="4375427" cy="232717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3836614" y="-2953920"/>
            <a:ext cx="10614772" cy="4747255"/>
            <a:chOff x="0" y="0"/>
            <a:chExt cx="2795660" cy="1250306"/>
          </a:xfrm>
        </p:grpSpPr>
        <p:sp>
          <p:nvSpPr>
            <p:cNvPr id="6" name="Freeform 6"/>
            <p:cNvSpPr/>
            <p:nvPr/>
          </p:nvSpPr>
          <p:spPr>
            <a:xfrm>
              <a:off x="0" y="0"/>
              <a:ext cx="2795660" cy="1250306"/>
            </a:xfrm>
            <a:custGeom>
              <a:avLst/>
              <a:gdLst/>
              <a:ahLst/>
              <a:cxnLst/>
              <a:rect l="l" t="t" r="r" b="b"/>
              <a:pathLst>
                <a:path w="2795660" h="1250306">
                  <a:moveTo>
                    <a:pt x="0" y="0"/>
                  </a:moveTo>
                  <a:lnTo>
                    <a:pt x="2795660" y="0"/>
                  </a:lnTo>
                  <a:lnTo>
                    <a:pt x="2795660" y="1250306"/>
                  </a:lnTo>
                  <a:lnTo>
                    <a:pt x="0" y="1250306"/>
                  </a:lnTo>
                  <a:close/>
                </a:path>
              </a:pathLst>
            </a:custGeom>
            <a:solidFill>
              <a:srgbClr val="192637"/>
            </a:solidFill>
            <a:ln cap="sq">
              <a:noFill/>
              <a:prstDash val="solid"/>
              <a:miter/>
            </a:ln>
          </p:spPr>
        </p:sp>
        <p:sp>
          <p:nvSpPr>
            <p:cNvPr id="7" name="TextBox 7"/>
            <p:cNvSpPr txBox="1"/>
            <p:nvPr/>
          </p:nvSpPr>
          <p:spPr>
            <a:xfrm>
              <a:off x="0" y="-47625"/>
              <a:ext cx="2795660" cy="1297931"/>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4872719" y="8252388"/>
            <a:ext cx="3744491" cy="2437497"/>
          </a:xfrm>
          <a:custGeom>
            <a:avLst/>
            <a:gdLst/>
            <a:ahLst/>
            <a:cxnLst/>
            <a:rect l="l" t="t" r="r" b="b"/>
            <a:pathLst>
              <a:path w="3744491" h="2437497">
                <a:moveTo>
                  <a:pt x="0" y="0"/>
                </a:moveTo>
                <a:lnTo>
                  <a:pt x="3744491" y="0"/>
                </a:lnTo>
                <a:lnTo>
                  <a:pt x="3744491" y="2437496"/>
                </a:lnTo>
                <a:lnTo>
                  <a:pt x="0" y="24374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4046164" y="8252388"/>
            <a:ext cx="3485940" cy="2581413"/>
          </a:xfrm>
          <a:custGeom>
            <a:avLst/>
            <a:gdLst/>
            <a:ahLst/>
            <a:cxnLst/>
            <a:rect l="l" t="t" r="r" b="b"/>
            <a:pathLst>
              <a:path w="3485940" h="2581413">
                <a:moveTo>
                  <a:pt x="0" y="0"/>
                </a:moveTo>
                <a:lnTo>
                  <a:pt x="3485940" y="0"/>
                </a:lnTo>
                <a:lnTo>
                  <a:pt x="3485940" y="2581413"/>
                </a:lnTo>
                <a:lnTo>
                  <a:pt x="0" y="258141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1057275" y="7849231"/>
            <a:ext cx="4146702" cy="3114190"/>
          </a:xfrm>
          <a:custGeom>
            <a:avLst/>
            <a:gdLst/>
            <a:ahLst/>
            <a:cxnLst/>
            <a:rect l="l" t="t" r="r" b="b"/>
            <a:pathLst>
              <a:path w="4146702" h="3114190">
                <a:moveTo>
                  <a:pt x="0" y="0"/>
                </a:moveTo>
                <a:lnTo>
                  <a:pt x="4146702" y="0"/>
                </a:lnTo>
                <a:lnTo>
                  <a:pt x="4146702" y="3114190"/>
                </a:lnTo>
                <a:lnTo>
                  <a:pt x="0" y="311419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11919821" y="8213665"/>
            <a:ext cx="3704561" cy="2620135"/>
          </a:xfrm>
          <a:custGeom>
            <a:avLst/>
            <a:gdLst/>
            <a:ahLst/>
            <a:cxnLst/>
            <a:rect l="l" t="t" r="r" b="b"/>
            <a:pathLst>
              <a:path w="3704561" h="2620135">
                <a:moveTo>
                  <a:pt x="0" y="0"/>
                </a:moveTo>
                <a:lnTo>
                  <a:pt x="3704562" y="0"/>
                </a:lnTo>
                <a:lnTo>
                  <a:pt x="3704562" y="2620136"/>
                </a:lnTo>
                <a:lnTo>
                  <a:pt x="0" y="2620136"/>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12" name="Freeform 12"/>
          <p:cNvSpPr/>
          <p:nvPr/>
        </p:nvSpPr>
        <p:spPr>
          <a:xfrm rot="3030510" flipH="1">
            <a:off x="7379247" y="7097754"/>
            <a:ext cx="4909197" cy="4114800"/>
          </a:xfrm>
          <a:custGeom>
            <a:avLst/>
            <a:gdLst/>
            <a:ahLst/>
            <a:cxnLst/>
            <a:rect l="l" t="t" r="r" b="b"/>
            <a:pathLst>
              <a:path w="4909197" h="4114800">
                <a:moveTo>
                  <a:pt x="4909198" y="0"/>
                </a:moveTo>
                <a:lnTo>
                  <a:pt x="0" y="0"/>
                </a:lnTo>
                <a:lnTo>
                  <a:pt x="0" y="4114800"/>
                </a:lnTo>
                <a:lnTo>
                  <a:pt x="4909198" y="4114800"/>
                </a:lnTo>
                <a:lnTo>
                  <a:pt x="4909198"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a:off x="7002683" y="7652169"/>
            <a:ext cx="2935938" cy="3212262"/>
          </a:xfrm>
          <a:custGeom>
            <a:avLst/>
            <a:gdLst/>
            <a:ahLst/>
            <a:cxnLst/>
            <a:rect l="l" t="t" r="r" b="b"/>
            <a:pathLst>
              <a:path w="2935938" h="3212262">
                <a:moveTo>
                  <a:pt x="0" y="0"/>
                </a:moveTo>
                <a:lnTo>
                  <a:pt x="2935938" y="0"/>
                </a:lnTo>
                <a:lnTo>
                  <a:pt x="2935938" y="3212262"/>
                </a:lnTo>
                <a:lnTo>
                  <a:pt x="0" y="321226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a:off x="-618697" y="9007026"/>
            <a:ext cx="2359302" cy="1682859"/>
          </a:xfrm>
          <a:custGeom>
            <a:avLst/>
            <a:gdLst/>
            <a:ahLst/>
            <a:cxnLst/>
            <a:rect l="l" t="t" r="r" b="b"/>
            <a:pathLst>
              <a:path w="2359302" h="1682859">
                <a:moveTo>
                  <a:pt x="0" y="0"/>
                </a:moveTo>
                <a:lnTo>
                  <a:pt x="2359302" y="0"/>
                </a:lnTo>
                <a:lnTo>
                  <a:pt x="2359302" y="1682858"/>
                </a:lnTo>
                <a:lnTo>
                  <a:pt x="0" y="168285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5" name="TextBox 15"/>
          <p:cNvSpPr txBox="1"/>
          <p:nvPr/>
        </p:nvSpPr>
        <p:spPr>
          <a:xfrm>
            <a:off x="8351713" y="1866208"/>
            <a:ext cx="8076743" cy="5212080"/>
          </a:xfrm>
          <a:prstGeom prst="rect">
            <a:avLst/>
          </a:prstGeom>
        </p:spPr>
        <p:txBody>
          <a:bodyPr lIns="0" tIns="0" rIns="0" bIns="0" rtlCol="0" anchor="t">
            <a:spAutoFit/>
          </a:bodyPr>
          <a:lstStyle/>
          <a:p>
            <a:pPr algn="just">
              <a:lnSpc>
                <a:spcPts val="4620"/>
              </a:lnSpc>
            </a:pPr>
            <a:r>
              <a:rPr lang="en-US" sz="3300">
                <a:solidFill>
                  <a:srgbClr val="FFFFFF"/>
                </a:solidFill>
                <a:latin typeface="Glacial Indifference"/>
                <a:ea typeface="Glacial Indifference"/>
                <a:cs typeface="Glacial Indifference"/>
                <a:sym typeface="Glacial Indifference"/>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a:t>
            </a:r>
          </a:p>
        </p:txBody>
      </p:sp>
      <p:sp>
        <p:nvSpPr>
          <p:cNvPr id="16" name="TextBox 16"/>
          <p:cNvSpPr txBox="1"/>
          <p:nvPr/>
        </p:nvSpPr>
        <p:spPr>
          <a:xfrm>
            <a:off x="1898428" y="365125"/>
            <a:ext cx="14491145" cy="1193800"/>
          </a:xfrm>
          <a:prstGeom prst="rect">
            <a:avLst/>
          </a:prstGeom>
        </p:spPr>
        <p:txBody>
          <a:bodyPr lIns="0" tIns="0" rIns="0" bIns="0" rtlCol="0" anchor="t">
            <a:spAutoFit/>
          </a:bodyPr>
          <a:lstStyle/>
          <a:p>
            <a:pPr algn="ctr">
              <a:lnSpc>
                <a:spcPts val="9799"/>
              </a:lnSpc>
            </a:pPr>
            <a:r>
              <a:rPr lang="en-US" sz="6999">
                <a:solidFill>
                  <a:srgbClr val="FDF6F6"/>
                </a:solidFill>
                <a:latin typeface="Special Elite"/>
                <a:ea typeface="Special Elite"/>
                <a:cs typeface="Special Elite"/>
                <a:sym typeface="Special Elite"/>
              </a:rPr>
              <a:t>Data</a:t>
            </a:r>
          </a:p>
        </p:txBody>
      </p:sp>
      <p:pic>
        <p:nvPicPr>
          <p:cNvPr id="17" name="Picture 17"/>
          <p:cNvPicPr>
            <a:picLocks noChangeAspect="1"/>
          </p:cNvPicPr>
          <p:nvPr/>
        </p:nvPicPr>
        <p:blipFill>
          <a:blip r:embed="rId16"/>
          <a:stretch>
            <a:fillRect/>
          </a:stretch>
        </p:blipFill>
        <p:spPr>
          <a:xfrm>
            <a:off x="1296748" y="1154340"/>
            <a:ext cx="6753542" cy="670249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Char"/>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92637"/>
        </a:solidFill>
        <a:effectLst/>
      </p:bgPr>
    </p:bg>
    <p:spTree>
      <p:nvGrpSpPr>
        <p:cNvPr id="1" name=""/>
        <p:cNvGrpSpPr/>
        <p:nvPr/>
      </p:nvGrpSpPr>
      <p:grpSpPr>
        <a:xfrm>
          <a:off x="0" y="0"/>
          <a:ext cx="0" cy="0"/>
          <a:chOff x="0" y="0"/>
          <a:chExt cx="0" cy="0"/>
        </a:xfrm>
      </p:grpSpPr>
      <p:grpSp>
        <p:nvGrpSpPr>
          <p:cNvPr id="2" name="Group 2"/>
          <p:cNvGrpSpPr/>
          <p:nvPr/>
        </p:nvGrpSpPr>
        <p:grpSpPr>
          <a:xfrm>
            <a:off x="837526" y="815921"/>
            <a:ext cx="16612948" cy="8655158"/>
            <a:chOff x="0" y="0"/>
            <a:chExt cx="4375427" cy="2279548"/>
          </a:xfrm>
        </p:grpSpPr>
        <p:sp>
          <p:nvSpPr>
            <p:cNvPr id="3" name="Freeform 3"/>
            <p:cNvSpPr/>
            <p:nvPr/>
          </p:nvSpPr>
          <p:spPr>
            <a:xfrm>
              <a:off x="0" y="0"/>
              <a:ext cx="4375427" cy="2279548"/>
            </a:xfrm>
            <a:custGeom>
              <a:avLst/>
              <a:gdLst/>
              <a:ahLst/>
              <a:cxnLst/>
              <a:rect l="l" t="t" r="r" b="b"/>
              <a:pathLst>
                <a:path w="4375427" h="2279548">
                  <a:moveTo>
                    <a:pt x="0" y="0"/>
                  </a:moveTo>
                  <a:lnTo>
                    <a:pt x="4375427" y="0"/>
                  </a:lnTo>
                  <a:lnTo>
                    <a:pt x="4375427" y="2279548"/>
                  </a:lnTo>
                  <a:lnTo>
                    <a:pt x="0" y="2279548"/>
                  </a:lnTo>
                  <a:close/>
                </a:path>
              </a:pathLst>
            </a:custGeom>
            <a:solidFill>
              <a:srgbClr val="000000">
                <a:alpha val="0"/>
              </a:srgbClr>
            </a:solidFill>
            <a:ln w="38100" cap="sq">
              <a:solidFill>
                <a:srgbClr val="000000"/>
              </a:solidFill>
              <a:prstDash val="solid"/>
              <a:miter/>
            </a:ln>
          </p:spPr>
        </p:sp>
        <p:sp>
          <p:nvSpPr>
            <p:cNvPr id="4" name="TextBox 4"/>
            <p:cNvSpPr txBox="1"/>
            <p:nvPr/>
          </p:nvSpPr>
          <p:spPr>
            <a:xfrm>
              <a:off x="0" y="-47625"/>
              <a:ext cx="4375427" cy="232717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3836614" y="-2953920"/>
            <a:ext cx="10614772" cy="4747255"/>
            <a:chOff x="0" y="0"/>
            <a:chExt cx="2795660" cy="1250306"/>
          </a:xfrm>
        </p:grpSpPr>
        <p:sp>
          <p:nvSpPr>
            <p:cNvPr id="6" name="Freeform 6"/>
            <p:cNvSpPr/>
            <p:nvPr/>
          </p:nvSpPr>
          <p:spPr>
            <a:xfrm>
              <a:off x="0" y="0"/>
              <a:ext cx="2795660" cy="1250306"/>
            </a:xfrm>
            <a:custGeom>
              <a:avLst/>
              <a:gdLst/>
              <a:ahLst/>
              <a:cxnLst/>
              <a:rect l="l" t="t" r="r" b="b"/>
              <a:pathLst>
                <a:path w="2795660" h="1250306">
                  <a:moveTo>
                    <a:pt x="0" y="0"/>
                  </a:moveTo>
                  <a:lnTo>
                    <a:pt x="2795660" y="0"/>
                  </a:lnTo>
                  <a:lnTo>
                    <a:pt x="2795660" y="1250306"/>
                  </a:lnTo>
                  <a:lnTo>
                    <a:pt x="0" y="1250306"/>
                  </a:lnTo>
                  <a:close/>
                </a:path>
              </a:pathLst>
            </a:custGeom>
            <a:solidFill>
              <a:srgbClr val="192637"/>
            </a:solidFill>
            <a:ln cap="sq">
              <a:noFill/>
              <a:prstDash val="solid"/>
              <a:miter/>
            </a:ln>
          </p:spPr>
        </p:sp>
        <p:sp>
          <p:nvSpPr>
            <p:cNvPr id="7" name="TextBox 7"/>
            <p:cNvSpPr txBox="1"/>
            <p:nvPr/>
          </p:nvSpPr>
          <p:spPr>
            <a:xfrm>
              <a:off x="0" y="-47625"/>
              <a:ext cx="2795660" cy="1297931"/>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4872719" y="8252388"/>
            <a:ext cx="3744491" cy="2437497"/>
          </a:xfrm>
          <a:custGeom>
            <a:avLst/>
            <a:gdLst/>
            <a:ahLst/>
            <a:cxnLst/>
            <a:rect l="l" t="t" r="r" b="b"/>
            <a:pathLst>
              <a:path w="3744491" h="2437497">
                <a:moveTo>
                  <a:pt x="0" y="0"/>
                </a:moveTo>
                <a:lnTo>
                  <a:pt x="3744491" y="0"/>
                </a:lnTo>
                <a:lnTo>
                  <a:pt x="3744491" y="2437496"/>
                </a:lnTo>
                <a:lnTo>
                  <a:pt x="0" y="24374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4046164" y="8252388"/>
            <a:ext cx="3485940" cy="2581413"/>
          </a:xfrm>
          <a:custGeom>
            <a:avLst/>
            <a:gdLst/>
            <a:ahLst/>
            <a:cxnLst/>
            <a:rect l="l" t="t" r="r" b="b"/>
            <a:pathLst>
              <a:path w="3485940" h="2581413">
                <a:moveTo>
                  <a:pt x="0" y="0"/>
                </a:moveTo>
                <a:lnTo>
                  <a:pt x="3485940" y="0"/>
                </a:lnTo>
                <a:lnTo>
                  <a:pt x="3485940" y="2581413"/>
                </a:lnTo>
                <a:lnTo>
                  <a:pt x="0" y="258141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1057275" y="7849231"/>
            <a:ext cx="4146702" cy="3114190"/>
          </a:xfrm>
          <a:custGeom>
            <a:avLst/>
            <a:gdLst/>
            <a:ahLst/>
            <a:cxnLst/>
            <a:rect l="l" t="t" r="r" b="b"/>
            <a:pathLst>
              <a:path w="4146702" h="3114190">
                <a:moveTo>
                  <a:pt x="0" y="0"/>
                </a:moveTo>
                <a:lnTo>
                  <a:pt x="4146702" y="0"/>
                </a:lnTo>
                <a:lnTo>
                  <a:pt x="4146702" y="3114190"/>
                </a:lnTo>
                <a:lnTo>
                  <a:pt x="0" y="311419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11919821" y="8213665"/>
            <a:ext cx="3704561" cy="2620135"/>
          </a:xfrm>
          <a:custGeom>
            <a:avLst/>
            <a:gdLst/>
            <a:ahLst/>
            <a:cxnLst/>
            <a:rect l="l" t="t" r="r" b="b"/>
            <a:pathLst>
              <a:path w="3704561" h="2620135">
                <a:moveTo>
                  <a:pt x="0" y="0"/>
                </a:moveTo>
                <a:lnTo>
                  <a:pt x="3704562" y="0"/>
                </a:lnTo>
                <a:lnTo>
                  <a:pt x="3704562" y="2620136"/>
                </a:lnTo>
                <a:lnTo>
                  <a:pt x="0" y="2620136"/>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12" name="Freeform 12"/>
          <p:cNvSpPr/>
          <p:nvPr/>
        </p:nvSpPr>
        <p:spPr>
          <a:xfrm rot="3030510" flipH="1">
            <a:off x="7379247" y="7097754"/>
            <a:ext cx="4909197" cy="4114800"/>
          </a:xfrm>
          <a:custGeom>
            <a:avLst/>
            <a:gdLst/>
            <a:ahLst/>
            <a:cxnLst/>
            <a:rect l="l" t="t" r="r" b="b"/>
            <a:pathLst>
              <a:path w="4909197" h="4114800">
                <a:moveTo>
                  <a:pt x="4909198" y="0"/>
                </a:moveTo>
                <a:lnTo>
                  <a:pt x="0" y="0"/>
                </a:lnTo>
                <a:lnTo>
                  <a:pt x="0" y="4114800"/>
                </a:lnTo>
                <a:lnTo>
                  <a:pt x="4909198" y="4114800"/>
                </a:lnTo>
                <a:lnTo>
                  <a:pt x="4909198"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a:off x="7002683" y="7652169"/>
            <a:ext cx="2935938" cy="3212262"/>
          </a:xfrm>
          <a:custGeom>
            <a:avLst/>
            <a:gdLst/>
            <a:ahLst/>
            <a:cxnLst/>
            <a:rect l="l" t="t" r="r" b="b"/>
            <a:pathLst>
              <a:path w="2935938" h="3212262">
                <a:moveTo>
                  <a:pt x="0" y="0"/>
                </a:moveTo>
                <a:lnTo>
                  <a:pt x="2935938" y="0"/>
                </a:lnTo>
                <a:lnTo>
                  <a:pt x="2935938" y="3212262"/>
                </a:lnTo>
                <a:lnTo>
                  <a:pt x="0" y="321226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a:off x="-618697" y="9007026"/>
            <a:ext cx="2359302" cy="1682859"/>
          </a:xfrm>
          <a:custGeom>
            <a:avLst/>
            <a:gdLst/>
            <a:ahLst/>
            <a:cxnLst/>
            <a:rect l="l" t="t" r="r" b="b"/>
            <a:pathLst>
              <a:path w="2359302" h="1682859">
                <a:moveTo>
                  <a:pt x="0" y="0"/>
                </a:moveTo>
                <a:lnTo>
                  <a:pt x="2359302" y="0"/>
                </a:lnTo>
                <a:lnTo>
                  <a:pt x="2359302" y="1682858"/>
                </a:lnTo>
                <a:lnTo>
                  <a:pt x="0" y="168285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5" name="TextBox 15"/>
          <p:cNvSpPr txBox="1"/>
          <p:nvPr/>
        </p:nvSpPr>
        <p:spPr>
          <a:xfrm>
            <a:off x="1898428" y="365125"/>
            <a:ext cx="14491145" cy="1193800"/>
          </a:xfrm>
          <a:prstGeom prst="rect">
            <a:avLst/>
          </a:prstGeom>
        </p:spPr>
        <p:txBody>
          <a:bodyPr lIns="0" tIns="0" rIns="0" bIns="0" rtlCol="0" anchor="t">
            <a:spAutoFit/>
          </a:bodyPr>
          <a:lstStyle/>
          <a:p>
            <a:pPr algn="ctr">
              <a:lnSpc>
                <a:spcPts val="9799"/>
              </a:lnSpc>
            </a:pPr>
            <a:r>
              <a:rPr lang="en-US" sz="6999">
                <a:solidFill>
                  <a:srgbClr val="FDF6F6"/>
                </a:solidFill>
                <a:latin typeface="Special Elite"/>
                <a:ea typeface="Special Elite"/>
                <a:cs typeface="Special Elite"/>
                <a:sym typeface="Special Elite"/>
              </a:rPr>
              <a:t>Result</a:t>
            </a:r>
          </a:p>
        </p:txBody>
      </p:sp>
      <p:sp>
        <p:nvSpPr>
          <p:cNvPr id="16" name="TextBox 16"/>
          <p:cNvSpPr txBox="1"/>
          <p:nvPr/>
        </p:nvSpPr>
        <p:spPr>
          <a:xfrm>
            <a:off x="1740605" y="1854535"/>
            <a:ext cx="14806790" cy="2306955"/>
          </a:xfrm>
          <a:prstGeom prst="rect">
            <a:avLst/>
          </a:prstGeom>
        </p:spPr>
        <p:txBody>
          <a:bodyPr lIns="0" tIns="0" rIns="0" bIns="0" rtlCol="0" anchor="t">
            <a:spAutoFit/>
          </a:bodyPr>
          <a:lstStyle/>
          <a:p>
            <a:pPr algn="just">
              <a:lnSpc>
                <a:spcPts val="4620"/>
              </a:lnSpc>
            </a:pPr>
            <a:r>
              <a:rPr lang="en-US" sz="3300">
                <a:solidFill>
                  <a:srgbClr val="FFFFFF"/>
                </a:solidFill>
                <a:latin typeface="Glacial Indifference"/>
                <a:ea typeface="Glacial Indifference"/>
                <a:cs typeface="Glacial Indifference"/>
                <a:sym typeface="Glacial Indifference"/>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a:t>
            </a:r>
          </a:p>
        </p:txBody>
      </p:sp>
      <p:sp>
        <p:nvSpPr>
          <p:cNvPr id="17" name="TextBox 17"/>
          <p:cNvSpPr txBox="1"/>
          <p:nvPr/>
        </p:nvSpPr>
        <p:spPr>
          <a:xfrm>
            <a:off x="1740605" y="4817289"/>
            <a:ext cx="14806790" cy="2306955"/>
          </a:xfrm>
          <a:prstGeom prst="rect">
            <a:avLst/>
          </a:prstGeom>
        </p:spPr>
        <p:txBody>
          <a:bodyPr lIns="0" tIns="0" rIns="0" bIns="0" rtlCol="0" anchor="t">
            <a:spAutoFit/>
          </a:bodyPr>
          <a:lstStyle/>
          <a:p>
            <a:pPr algn="just">
              <a:lnSpc>
                <a:spcPts val="4620"/>
              </a:lnSpc>
            </a:pPr>
            <a:r>
              <a:rPr lang="en-US" sz="3300">
                <a:solidFill>
                  <a:srgbClr val="FFFFFF"/>
                </a:solidFill>
                <a:latin typeface="Glacial Indifference"/>
                <a:ea typeface="Glacial Indifference"/>
                <a:cs typeface="Glacial Indifference"/>
                <a:sym typeface="Glacial Indifference"/>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a:t>
            </a:r>
          </a:p>
        </p:txBody>
      </p:sp>
    </p:spTree>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92637"/>
        </a:solidFill>
        <a:effectLst/>
      </p:bgPr>
    </p:bg>
    <p:spTree>
      <p:nvGrpSpPr>
        <p:cNvPr id="1" name=""/>
        <p:cNvGrpSpPr/>
        <p:nvPr/>
      </p:nvGrpSpPr>
      <p:grpSpPr>
        <a:xfrm>
          <a:off x="0" y="0"/>
          <a:ext cx="0" cy="0"/>
          <a:chOff x="0" y="0"/>
          <a:chExt cx="0" cy="0"/>
        </a:xfrm>
      </p:grpSpPr>
      <p:grpSp>
        <p:nvGrpSpPr>
          <p:cNvPr id="2" name="Group 2"/>
          <p:cNvGrpSpPr/>
          <p:nvPr/>
        </p:nvGrpSpPr>
        <p:grpSpPr>
          <a:xfrm>
            <a:off x="837526" y="815921"/>
            <a:ext cx="16612948" cy="8655158"/>
            <a:chOff x="0" y="0"/>
            <a:chExt cx="4375427" cy="2279548"/>
          </a:xfrm>
        </p:grpSpPr>
        <p:sp>
          <p:nvSpPr>
            <p:cNvPr id="3" name="Freeform 3"/>
            <p:cNvSpPr/>
            <p:nvPr/>
          </p:nvSpPr>
          <p:spPr>
            <a:xfrm>
              <a:off x="0" y="0"/>
              <a:ext cx="4375427" cy="2279548"/>
            </a:xfrm>
            <a:custGeom>
              <a:avLst/>
              <a:gdLst/>
              <a:ahLst/>
              <a:cxnLst/>
              <a:rect l="l" t="t" r="r" b="b"/>
              <a:pathLst>
                <a:path w="4375427" h="2279548">
                  <a:moveTo>
                    <a:pt x="0" y="0"/>
                  </a:moveTo>
                  <a:lnTo>
                    <a:pt x="4375427" y="0"/>
                  </a:lnTo>
                  <a:lnTo>
                    <a:pt x="4375427" y="2279548"/>
                  </a:lnTo>
                  <a:lnTo>
                    <a:pt x="0" y="2279548"/>
                  </a:lnTo>
                  <a:close/>
                </a:path>
              </a:pathLst>
            </a:custGeom>
            <a:solidFill>
              <a:srgbClr val="000000">
                <a:alpha val="0"/>
              </a:srgbClr>
            </a:solidFill>
            <a:ln w="38100" cap="sq">
              <a:solidFill>
                <a:srgbClr val="000000"/>
              </a:solidFill>
              <a:prstDash val="solid"/>
              <a:miter/>
            </a:ln>
          </p:spPr>
        </p:sp>
        <p:sp>
          <p:nvSpPr>
            <p:cNvPr id="4" name="TextBox 4"/>
            <p:cNvSpPr txBox="1"/>
            <p:nvPr/>
          </p:nvSpPr>
          <p:spPr>
            <a:xfrm>
              <a:off x="0" y="-47625"/>
              <a:ext cx="4375427" cy="232717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3836614" y="-2953920"/>
            <a:ext cx="10614772" cy="4747255"/>
            <a:chOff x="0" y="0"/>
            <a:chExt cx="2795660" cy="1250306"/>
          </a:xfrm>
        </p:grpSpPr>
        <p:sp>
          <p:nvSpPr>
            <p:cNvPr id="6" name="Freeform 6"/>
            <p:cNvSpPr/>
            <p:nvPr/>
          </p:nvSpPr>
          <p:spPr>
            <a:xfrm>
              <a:off x="0" y="0"/>
              <a:ext cx="2795660" cy="1250306"/>
            </a:xfrm>
            <a:custGeom>
              <a:avLst/>
              <a:gdLst/>
              <a:ahLst/>
              <a:cxnLst/>
              <a:rect l="l" t="t" r="r" b="b"/>
              <a:pathLst>
                <a:path w="2795660" h="1250306">
                  <a:moveTo>
                    <a:pt x="0" y="0"/>
                  </a:moveTo>
                  <a:lnTo>
                    <a:pt x="2795660" y="0"/>
                  </a:lnTo>
                  <a:lnTo>
                    <a:pt x="2795660" y="1250306"/>
                  </a:lnTo>
                  <a:lnTo>
                    <a:pt x="0" y="1250306"/>
                  </a:lnTo>
                  <a:close/>
                </a:path>
              </a:pathLst>
            </a:custGeom>
            <a:solidFill>
              <a:srgbClr val="192637"/>
            </a:solidFill>
            <a:ln cap="sq">
              <a:noFill/>
              <a:prstDash val="solid"/>
              <a:miter/>
            </a:ln>
          </p:spPr>
        </p:sp>
        <p:sp>
          <p:nvSpPr>
            <p:cNvPr id="7" name="TextBox 7"/>
            <p:cNvSpPr txBox="1"/>
            <p:nvPr/>
          </p:nvSpPr>
          <p:spPr>
            <a:xfrm>
              <a:off x="0" y="-47625"/>
              <a:ext cx="2795660" cy="1297931"/>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4872719" y="8252388"/>
            <a:ext cx="3744491" cy="2437497"/>
          </a:xfrm>
          <a:custGeom>
            <a:avLst/>
            <a:gdLst/>
            <a:ahLst/>
            <a:cxnLst/>
            <a:rect l="l" t="t" r="r" b="b"/>
            <a:pathLst>
              <a:path w="3744491" h="2437497">
                <a:moveTo>
                  <a:pt x="0" y="0"/>
                </a:moveTo>
                <a:lnTo>
                  <a:pt x="3744491" y="0"/>
                </a:lnTo>
                <a:lnTo>
                  <a:pt x="3744491" y="2437496"/>
                </a:lnTo>
                <a:lnTo>
                  <a:pt x="0" y="24374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4046164" y="8252388"/>
            <a:ext cx="3485940" cy="2581413"/>
          </a:xfrm>
          <a:custGeom>
            <a:avLst/>
            <a:gdLst/>
            <a:ahLst/>
            <a:cxnLst/>
            <a:rect l="l" t="t" r="r" b="b"/>
            <a:pathLst>
              <a:path w="3485940" h="2581413">
                <a:moveTo>
                  <a:pt x="0" y="0"/>
                </a:moveTo>
                <a:lnTo>
                  <a:pt x="3485940" y="0"/>
                </a:lnTo>
                <a:lnTo>
                  <a:pt x="3485940" y="2581413"/>
                </a:lnTo>
                <a:lnTo>
                  <a:pt x="0" y="258141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1057275" y="7849231"/>
            <a:ext cx="4146702" cy="3114190"/>
          </a:xfrm>
          <a:custGeom>
            <a:avLst/>
            <a:gdLst/>
            <a:ahLst/>
            <a:cxnLst/>
            <a:rect l="l" t="t" r="r" b="b"/>
            <a:pathLst>
              <a:path w="4146702" h="3114190">
                <a:moveTo>
                  <a:pt x="0" y="0"/>
                </a:moveTo>
                <a:lnTo>
                  <a:pt x="4146702" y="0"/>
                </a:lnTo>
                <a:lnTo>
                  <a:pt x="4146702" y="3114190"/>
                </a:lnTo>
                <a:lnTo>
                  <a:pt x="0" y="311419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11919821" y="8213665"/>
            <a:ext cx="3704561" cy="2620135"/>
          </a:xfrm>
          <a:custGeom>
            <a:avLst/>
            <a:gdLst/>
            <a:ahLst/>
            <a:cxnLst/>
            <a:rect l="l" t="t" r="r" b="b"/>
            <a:pathLst>
              <a:path w="3704561" h="2620135">
                <a:moveTo>
                  <a:pt x="0" y="0"/>
                </a:moveTo>
                <a:lnTo>
                  <a:pt x="3704562" y="0"/>
                </a:lnTo>
                <a:lnTo>
                  <a:pt x="3704562" y="2620136"/>
                </a:lnTo>
                <a:lnTo>
                  <a:pt x="0" y="2620136"/>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12" name="Freeform 12"/>
          <p:cNvSpPr/>
          <p:nvPr/>
        </p:nvSpPr>
        <p:spPr>
          <a:xfrm rot="3030510" flipH="1">
            <a:off x="7379247" y="7097754"/>
            <a:ext cx="4909197" cy="4114800"/>
          </a:xfrm>
          <a:custGeom>
            <a:avLst/>
            <a:gdLst/>
            <a:ahLst/>
            <a:cxnLst/>
            <a:rect l="l" t="t" r="r" b="b"/>
            <a:pathLst>
              <a:path w="4909197" h="4114800">
                <a:moveTo>
                  <a:pt x="4909198" y="0"/>
                </a:moveTo>
                <a:lnTo>
                  <a:pt x="0" y="0"/>
                </a:lnTo>
                <a:lnTo>
                  <a:pt x="0" y="4114800"/>
                </a:lnTo>
                <a:lnTo>
                  <a:pt x="4909198" y="4114800"/>
                </a:lnTo>
                <a:lnTo>
                  <a:pt x="4909198"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a:off x="7002683" y="7652169"/>
            <a:ext cx="2935938" cy="3212262"/>
          </a:xfrm>
          <a:custGeom>
            <a:avLst/>
            <a:gdLst/>
            <a:ahLst/>
            <a:cxnLst/>
            <a:rect l="l" t="t" r="r" b="b"/>
            <a:pathLst>
              <a:path w="2935938" h="3212262">
                <a:moveTo>
                  <a:pt x="0" y="0"/>
                </a:moveTo>
                <a:lnTo>
                  <a:pt x="2935938" y="0"/>
                </a:lnTo>
                <a:lnTo>
                  <a:pt x="2935938" y="3212262"/>
                </a:lnTo>
                <a:lnTo>
                  <a:pt x="0" y="321226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a:off x="-618697" y="9007026"/>
            <a:ext cx="2359302" cy="1682859"/>
          </a:xfrm>
          <a:custGeom>
            <a:avLst/>
            <a:gdLst/>
            <a:ahLst/>
            <a:cxnLst/>
            <a:rect l="l" t="t" r="r" b="b"/>
            <a:pathLst>
              <a:path w="2359302" h="1682859">
                <a:moveTo>
                  <a:pt x="0" y="0"/>
                </a:moveTo>
                <a:lnTo>
                  <a:pt x="2359302" y="0"/>
                </a:lnTo>
                <a:lnTo>
                  <a:pt x="2359302" y="1682858"/>
                </a:lnTo>
                <a:lnTo>
                  <a:pt x="0" y="168285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grpSp>
        <p:nvGrpSpPr>
          <p:cNvPr id="15" name="Group 15"/>
          <p:cNvGrpSpPr>
            <a:grpSpLocks noChangeAspect="1"/>
          </p:cNvGrpSpPr>
          <p:nvPr/>
        </p:nvGrpSpPr>
        <p:grpSpPr>
          <a:xfrm>
            <a:off x="1572737" y="2200681"/>
            <a:ext cx="4106422" cy="4809732"/>
            <a:chOff x="0" y="0"/>
            <a:chExt cx="4597400" cy="5384800"/>
          </a:xfrm>
        </p:grpSpPr>
        <p:sp>
          <p:nvSpPr>
            <p:cNvPr id="16" name="Freeform 16"/>
            <p:cNvSpPr/>
            <p:nvPr/>
          </p:nvSpPr>
          <p:spPr>
            <a:xfrm>
              <a:off x="350520" y="69850"/>
              <a:ext cx="4161790" cy="4737100"/>
            </a:xfrm>
            <a:custGeom>
              <a:avLst/>
              <a:gdLst/>
              <a:ahLst/>
              <a:cxnLst/>
              <a:rect l="l" t="t" r="r" b="b"/>
              <a:pathLst>
                <a:path w="4161790" h="4737100">
                  <a:moveTo>
                    <a:pt x="4149090" y="327660"/>
                  </a:moveTo>
                  <a:lnTo>
                    <a:pt x="398780" y="1270"/>
                  </a:lnTo>
                  <a:cubicBezTo>
                    <a:pt x="391160" y="0"/>
                    <a:pt x="384810" y="6350"/>
                    <a:pt x="383540" y="13970"/>
                  </a:cubicBezTo>
                  <a:lnTo>
                    <a:pt x="1270" y="4395470"/>
                  </a:lnTo>
                  <a:cubicBezTo>
                    <a:pt x="0" y="4403090"/>
                    <a:pt x="6350" y="4409440"/>
                    <a:pt x="13970" y="4409440"/>
                  </a:cubicBezTo>
                  <a:lnTo>
                    <a:pt x="3764280" y="4735830"/>
                  </a:lnTo>
                  <a:cubicBezTo>
                    <a:pt x="3771900" y="4737100"/>
                    <a:pt x="3778250" y="4730750"/>
                    <a:pt x="3779520" y="4723130"/>
                  </a:cubicBezTo>
                  <a:lnTo>
                    <a:pt x="4161790" y="341630"/>
                  </a:lnTo>
                  <a:cubicBezTo>
                    <a:pt x="4161790" y="335280"/>
                    <a:pt x="4156710" y="328930"/>
                    <a:pt x="4149090" y="327660"/>
                  </a:cubicBezTo>
                  <a:close/>
                  <a:moveTo>
                    <a:pt x="3934460" y="529590"/>
                  </a:moveTo>
                  <a:lnTo>
                    <a:pt x="3652520" y="3763010"/>
                  </a:lnTo>
                  <a:cubicBezTo>
                    <a:pt x="3651250" y="3770630"/>
                    <a:pt x="3644900" y="3775710"/>
                    <a:pt x="3638550" y="3775710"/>
                  </a:cubicBezTo>
                  <a:lnTo>
                    <a:pt x="269240" y="3482340"/>
                  </a:lnTo>
                  <a:cubicBezTo>
                    <a:pt x="261620" y="3481070"/>
                    <a:pt x="256540" y="3474720"/>
                    <a:pt x="256540" y="3468370"/>
                  </a:cubicBezTo>
                  <a:lnTo>
                    <a:pt x="538480" y="233680"/>
                  </a:lnTo>
                  <a:cubicBezTo>
                    <a:pt x="539750" y="226060"/>
                    <a:pt x="546100" y="220980"/>
                    <a:pt x="553720" y="220980"/>
                  </a:cubicBezTo>
                  <a:lnTo>
                    <a:pt x="3921760" y="514350"/>
                  </a:lnTo>
                  <a:cubicBezTo>
                    <a:pt x="3929380" y="515620"/>
                    <a:pt x="3934460" y="521970"/>
                    <a:pt x="3934460" y="529590"/>
                  </a:cubicBezTo>
                  <a:close/>
                </a:path>
              </a:pathLst>
            </a:custGeom>
            <a:solidFill>
              <a:srgbClr val="F2F1EB"/>
            </a:solidFill>
          </p:spPr>
        </p:sp>
        <p:sp>
          <p:nvSpPr>
            <p:cNvPr id="17" name="Freeform 17"/>
            <p:cNvSpPr/>
            <p:nvPr/>
          </p:nvSpPr>
          <p:spPr>
            <a:xfrm>
              <a:off x="605790" y="289560"/>
              <a:ext cx="3679190" cy="3557270"/>
            </a:xfrm>
            <a:custGeom>
              <a:avLst/>
              <a:gdLst/>
              <a:ahLst/>
              <a:cxnLst/>
              <a:rect l="l" t="t" r="r" b="b"/>
              <a:pathLst>
                <a:path w="3679190" h="3557270">
                  <a:moveTo>
                    <a:pt x="3666490" y="294640"/>
                  </a:moveTo>
                  <a:lnTo>
                    <a:pt x="297180" y="1270"/>
                  </a:lnTo>
                  <a:cubicBezTo>
                    <a:pt x="289560" y="0"/>
                    <a:pt x="283210" y="6350"/>
                    <a:pt x="281940" y="13970"/>
                  </a:cubicBezTo>
                  <a:lnTo>
                    <a:pt x="1270" y="3247390"/>
                  </a:lnTo>
                  <a:cubicBezTo>
                    <a:pt x="0" y="3255010"/>
                    <a:pt x="6350" y="3261360"/>
                    <a:pt x="13970" y="3262630"/>
                  </a:cubicBezTo>
                  <a:lnTo>
                    <a:pt x="3382010" y="3556000"/>
                  </a:lnTo>
                  <a:cubicBezTo>
                    <a:pt x="3389630" y="3557270"/>
                    <a:pt x="3395980" y="3550920"/>
                    <a:pt x="3397250" y="3543300"/>
                  </a:cubicBezTo>
                  <a:lnTo>
                    <a:pt x="3679190" y="309880"/>
                  </a:lnTo>
                  <a:cubicBezTo>
                    <a:pt x="3679190" y="302260"/>
                    <a:pt x="3674110" y="295910"/>
                    <a:pt x="3666490" y="294640"/>
                  </a:cubicBezTo>
                  <a:close/>
                </a:path>
              </a:pathLst>
            </a:custGeom>
            <a:blipFill>
              <a:blip r:embed="rId16"/>
              <a:stretch>
                <a:fillRect l="-35915" r="-35915"/>
              </a:stretch>
            </a:blipFill>
          </p:spPr>
        </p:sp>
        <p:sp>
          <p:nvSpPr>
            <p:cNvPr id="18" name="Freeform 18"/>
            <p:cNvSpPr/>
            <p:nvPr/>
          </p:nvSpPr>
          <p:spPr>
            <a:xfrm>
              <a:off x="877570" y="289560"/>
              <a:ext cx="3407410" cy="3554730"/>
            </a:xfrm>
            <a:custGeom>
              <a:avLst/>
              <a:gdLst/>
              <a:ahLst/>
              <a:cxnLst/>
              <a:rect l="l" t="t" r="r" b="b"/>
              <a:pathLst>
                <a:path w="3407410" h="3554730">
                  <a:moveTo>
                    <a:pt x="3407410" y="304800"/>
                  </a:moveTo>
                  <a:cubicBezTo>
                    <a:pt x="3407410" y="304800"/>
                    <a:pt x="3406140" y="297180"/>
                    <a:pt x="3395980" y="294640"/>
                  </a:cubicBezTo>
                  <a:lnTo>
                    <a:pt x="3394710" y="294640"/>
                  </a:lnTo>
                  <a:lnTo>
                    <a:pt x="3383280" y="293370"/>
                  </a:lnTo>
                  <a:lnTo>
                    <a:pt x="15240" y="0"/>
                  </a:lnTo>
                  <a:cubicBezTo>
                    <a:pt x="8890" y="0"/>
                    <a:pt x="1270" y="1270"/>
                    <a:pt x="0" y="8890"/>
                  </a:cubicBezTo>
                  <a:lnTo>
                    <a:pt x="1270" y="15240"/>
                  </a:lnTo>
                  <a:cubicBezTo>
                    <a:pt x="3810" y="12700"/>
                    <a:pt x="8890" y="10160"/>
                    <a:pt x="13970" y="10160"/>
                  </a:cubicBezTo>
                  <a:lnTo>
                    <a:pt x="3393440" y="304800"/>
                  </a:lnTo>
                  <a:lnTo>
                    <a:pt x="3398520" y="304800"/>
                  </a:lnTo>
                  <a:lnTo>
                    <a:pt x="3116580" y="3543300"/>
                  </a:lnTo>
                  <a:cubicBezTo>
                    <a:pt x="3116580" y="3548380"/>
                    <a:pt x="3114040" y="3552190"/>
                    <a:pt x="3110230" y="3554730"/>
                  </a:cubicBezTo>
                  <a:lnTo>
                    <a:pt x="3114040" y="3554730"/>
                  </a:lnTo>
                  <a:cubicBezTo>
                    <a:pt x="3120390" y="3554730"/>
                    <a:pt x="3126740" y="3550920"/>
                    <a:pt x="3126740" y="3544570"/>
                  </a:cubicBezTo>
                  <a:lnTo>
                    <a:pt x="3407410" y="304800"/>
                  </a:lnTo>
                  <a:close/>
                </a:path>
              </a:pathLst>
            </a:custGeom>
            <a:solidFill>
              <a:srgbClr val="898888"/>
            </a:solidFill>
          </p:spPr>
        </p:sp>
        <p:sp>
          <p:nvSpPr>
            <p:cNvPr id="19" name="Freeform 19"/>
            <p:cNvSpPr/>
            <p:nvPr/>
          </p:nvSpPr>
          <p:spPr>
            <a:xfrm>
              <a:off x="353060" y="4452620"/>
              <a:ext cx="3789680" cy="356870"/>
            </a:xfrm>
            <a:custGeom>
              <a:avLst/>
              <a:gdLst/>
              <a:ahLst/>
              <a:cxnLst/>
              <a:rect l="l" t="t" r="r" b="b"/>
              <a:pathLst>
                <a:path w="3789680" h="356870">
                  <a:moveTo>
                    <a:pt x="15240" y="15240"/>
                  </a:moveTo>
                  <a:cubicBezTo>
                    <a:pt x="7620" y="13970"/>
                    <a:pt x="2540" y="7620"/>
                    <a:pt x="2540" y="0"/>
                  </a:cubicBezTo>
                  <a:lnTo>
                    <a:pt x="1270" y="13970"/>
                  </a:lnTo>
                  <a:cubicBezTo>
                    <a:pt x="0" y="21590"/>
                    <a:pt x="6350" y="27940"/>
                    <a:pt x="13970" y="29210"/>
                  </a:cubicBezTo>
                  <a:lnTo>
                    <a:pt x="3780790" y="356870"/>
                  </a:lnTo>
                  <a:cubicBezTo>
                    <a:pt x="3784600" y="356870"/>
                    <a:pt x="3787140" y="355600"/>
                    <a:pt x="3789680" y="354330"/>
                  </a:cubicBezTo>
                  <a:lnTo>
                    <a:pt x="3775710" y="342900"/>
                  </a:lnTo>
                  <a:lnTo>
                    <a:pt x="15240" y="15240"/>
                  </a:lnTo>
                  <a:close/>
                </a:path>
              </a:pathLst>
            </a:custGeom>
            <a:solidFill>
              <a:srgbClr val="898888"/>
            </a:solidFill>
          </p:spPr>
        </p:sp>
        <p:sp>
          <p:nvSpPr>
            <p:cNvPr id="20" name="Freeform 20"/>
            <p:cNvSpPr/>
            <p:nvPr/>
          </p:nvSpPr>
          <p:spPr>
            <a:xfrm>
              <a:off x="353060" y="74930"/>
              <a:ext cx="396240" cy="4408170"/>
            </a:xfrm>
            <a:custGeom>
              <a:avLst/>
              <a:gdLst/>
              <a:ahLst/>
              <a:cxnLst/>
              <a:rect l="l" t="t" r="r" b="b"/>
              <a:pathLst>
                <a:path w="396240" h="4408170">
                  <a:moveTo>
                    <a:pt x="13970" y="4392930"/>
                  </a:moveTo>
                  <a:lnTo>
                    <a:pt x="396240" y="8890"/>
                  </a:lnTo>
                  <a:lnTo>
                    <a:pt x="387350" y="0"/>
                  </a:lnTo>
                  <a:cubicBezTo>
                    <a:pt x="384810" y="1270"/>
                    <a:pt x="383540" y="5080"/>
                    <a:pt x="382270" y="8890"/>
                  </a:cubicBezTo>
                  <a:lnTo>
                    <a:pt x="1270" y="4391660"/>
                  </a:lnTo>
                  <a:cubicBezTo>
                    <a:pt x="0" y="4399280"/>
                    <a:pt x="6350" y="4405630"/>
                    <a:pt x="13970" y="4406900"/>
                  </a:cubicBezTo>
                  <a:lnTo>
                    <a:pt x="27940" y="4408170"/>
                  </a:lnTo>
                  <a:cubicBezTo>
                    <a:pt x="19050" y="4406900"/>
                    <a:pt x="13970" y="4400550"/>
                    <a:pt x="13970" y="4392930"/>
                  </a:cubicBezTo>
                  <a:close/>
                </a:path>
              </a:pathLst>
            </a:custGeom>
            <a:solidFill>
              <a:srgbClr val="898888"/>
            </a:solidFill>
          </p:spPr>
        </p:sp>
        <p:sp>
          <p:nvSpPr>
            <p:cNvPr id="21" name="Freeform 21"/>
            <p:cNvSpPr/>
            <p:nvPr/>
          </p:nvSpPr>
          <p:spPr>
            <a:xfrm>
              <a:off x="591820" y="292100"/>
              <a:ext cx="297180" cy="3260090"/>
            </a:xfrm>
            <a:custGeom>
              <a:avLst/>
              <a:gdLst/>
              <a:ahLst/>
              <a:cxnLst/>
              <a:rect l="l" t="t" r="r" b="b"/>
              <a:pathLst>
                <a:path w="297180" h="3260090">
                  <a:moveTo>
                    <a:pt x="15240" y="3244850"/>
                  </a:moveTo>
                  <a:lnTo>
                    <a:pt x="297180" y="11430"/>
                  </a:lnTo>
                  <a:lnTo>
                    <a:pt x="297180" y="8890"/>
                  </a:lnTo>
                  <a:lnTo>
                    <a:pt x="288290" y="0"/>
                  </a:lnTo>
                  <a:cubicBezTo>
                    <a:pt x="285750" y="2540"/>
                    <a:pt x="283210" y="5080"/>
                    <a:pt x="283210" y="10160"/>
                  </a:cubicBezTo>
                  <a:lnTo>
                    <a:pt x="1270" y="3243580"/>
                  </a:lnTo>
                  <a:cubicBezTo>
                    <a:pt x="0" y="3251200"/>
                    <a:pt x="6350" y="3257550"/>
                    <a:pt x="13970" y="3258820"/>
                  </a:cubicBezTo>
                  <a:lnTo>
                    <a:pt x="27940" y="3260090"/>
                  </a:lnTo>
                  <a:cubicBezTo>
                    <a:pt x="20320" y="3258820"/>
                    <a:pt x="13970" y="3252470"/>
                    <a:pt x="15240" y="3244850"/>
                  </a:cubicBezTo>
                  <a:close/>
                </a:path>
              </a:pathLst>
            </a:custGeom>
            <a:solidFill>
              <a:srgbClr val="FFFFFF"/>
            </a:solidFill>
          </p:spPr>
        </p:sp>
        <p:sp>
          <p:nvSpPr>
            <p:cNvPr id="22" name="Freeform 22"/>
            <p:cNvSpPr/>
            <p:nvPr/>
          </p:nvSpPr>
          <p:spPr>
            <a:xfrm>
              <a:off x="0" y="0"/>
              <a:ext cx="0" cy="0"/>
            </a:xfrm>
            <a:custGeom>
              <a:avLst/>
              <a:gdLst/>
              <a:ahLst/>
              <a:cxnLst/>
              <a:rect l="l" t="t" r="r" b="b"/>
              <a:pathLst>
                <a:path/>
              </a:pathLst>
            </a:custGeom>
            <a:solidFill>
              <a:srgbClr val="FFFFFF"/>
            </a:solidFill>
          </p:spPr>
        </p:sp>
        <p:sp>
          <p:nvSpPr>
            <p:cNvPr id="23" name="Freeform 23"/>
            <p:cNvSpPr/>
            <p:nvPr/>
          </p:nvSpPr>
          <p:spPr>
            <a:xfrm>
              <a:off x="593090" y="3526790"/>
              <a:ext cx="3404870" cy="322580"/>
            </a:xfrm>
            <a:custGeom>
              <a:avLst/>
              <a:gdLst/>
              <a:ahLst/>
              <a:cxnLst/>
              <a:rect l="l" t="t" r="r" b="b"/>
              <a:pathLst>
                <a:path w="3404870" h="322580">
                  <a:moveTo>
                    <a:pt x="3399790" y="308610"/>
                  </a:moveTo>
                  <a:lnTo>
                    <a:pt x="3395980" y="308610"/>
                  </a:lnTo>
                  <a:lnTo>
                    <a:pt x="15240" y="13970"/>
                  </a:lnTo>
                  <a:cubicBezTo>
                    <a:pt x="7620" y="12700"/>
                    <a:pt x="2540" y="6350"/>
                    <a:pt x="2540" y="0"/>
                  </a:cubicBezTo>
                  <a:lnTo>
                    <a:pt x="1270" y="13970"/>
                  </a:lnTo>
                  <a:cubicBezTo>
                    <a:pt x="0" y="21590"/>
                    <a:pt x="6350" y="27940"/>
                    <a:pt x="13970" y="29210"/>
                  </a:cubicBezTo>
                  <a:lnTo>
                    <a:pt x="3394710" y="322580"/>
                  </a:lnTo>
                  <a:cubicBezTo>
                    <a:pt x="3398520" y="322580"/>
                    <a:pt x="3402330" y="321310"/>
                    <a:pt x="3404870" y="318770"/>
                  </a:cubicBezTo>
                  <a:lnTo>
                    <a:pt x="3399790" y="308610"/>
                  </a:lnTo>
                  <a:close/>
                </a:path>
              </a:pathLst>
            </a:custGeom>
            <a:solidFill>
              <a:srgbClr val="FFFFFF"/>
            </a:solidFill>
          </p:spPr>
        </p:sp>
        <p:sp>
          <p:nvSpPr>
            <p:cNvPr id="24" name="Freeform 24"/>
            <p:cNvSpPr/>
            <p:nvPr/>
          </p:nvSpPr>
          <p:spPr>
            <a:xfrm>
              <a:off x="749300" y="80010"/>
              <a:ext cx="1270" cy="3810"/>
            </a:xfrm>
            <a:custGeom>
              <a:avLst/>
              <a:gdLst/>
              <a:ahLst/>
              <a:cxnLst/>
              <a:rect l="l" t="t" r="r" b="b"/>
              <a:pathLst>
                <a:path w="1270" h="3810">
                  <a:moveTo>
                    <a:pt x="0" y="3810"/>
                  </a:moveTo>
                  <a:lnTo>
                    <a:pt x="1270" y="0"/>
                  </a:lnTo>
                  <a:cubicBezTo>
                    <a:pt x="0" y="1270"/>
                    <a:pt x="0" y="2540"/>
                    <a:pt x="0" y="3810"/>
                  </a:cubicBezTo>
                  <a:close/>
                </a:path>
              </a:pathLst>
            </a:custGeom>
            <a:solidFill>
              <a:srgbClr val="FFFFFF"/>
            </a:solidFill>
          </p:spPr>
        </p:sp>
        <p:sp>
          <p:nvSpPr>
            <p:cNvPr id="25" name="Freeform 25"/>
            <p:cNvSpPr/>
            <p:nvPr/>
          </p:nvSpPr>
          <p:spPr>
            <a:xfrm>
              <a:off x="741680" y="71120"/>
              <a:ext cx="3789680" cy="355600"/>
            </a:xfrm>
            <a:custGeom>
              <a:avLst/>
              <a:gdLst/>
              <a:ahLst/>
              <a:cxnLst/>
              <a:rect l="l" t="t" r="r" b="b"/>
              <a:pathLst>
                <a:path w="3789680" h="355600">
                  <a:moveTo>
                    <a:pt x="3776980" y="327660"/>
                  </a:moveTo>
                  <a:lnTo>
                    <a:pt x="22860" y="1270"/>
                  </a:lnTo>
                  <a:lnTo>
                    <a:pt x="10160" y="0"/>
                  </a:lnTo>
                  <a:cubicBezTo>
                    <a:pt x="6350" y="0"/>
                    <a:pt x="2540" y="1270"/>
                    <a:pt x="0" y="3810"/>
                  </a:cubicBezTo>
                  <a:lnTo>
                    <a:pt x="7620" y="12700"/>
                  </a:lnTo>
                  <a:lnTo>
                    <a:pt x="8890" y="12700"/>
                  </a:lnTo>
                  <a:lnTo>
                    <a:pt x="3775710" y="340360"/>
                  </a:lnTo>
                  <a:cubicBezTo>
                    <a:pt x="3783330" y="341630"/>
                    <a:pt x="3788410" y="347980"/>
                    <a:pt x="3788410" y="355600"/>
                  </a:cubicBezTo>
                  <a:lnTo>
                    <a:pt x="3789680" y="341630"/>
                  </a:lnTo>
                  <a:cubicBezTo>
                    <a:pt x="3789680" y="335280"/>
                    <a:pt x="3784600" y="328930"/>
                    <a:pt x="3776980" y="327660"/>
                  </a:cubicBezTo>
                  <a:close/>
                </a:path>
              </a:pathLst>
            </a:custGeom>
            <a:solidFill>
              <a:srgbClr val="FFFFFF"/>
            </a:solidFill>
          </p:spPr>
        </p:sp>
        <p:sp>
          <p:nvSpPr>
            <p:cNvPr id="26" name="Freeform 26"/>
            <p:cNvSpPr/>
            <p:nvPr/>
          </p:nvSpPr>
          <p:spPr>
            <a:xfrm>
              <a:off x="4130040" y="408940"/>
              <a:ext cx="400050" cy="4396740"/>
            </a:xfrm>
            <a:custGeom>
              <a:avLst/>
              <a:gdLst/>
              <a:ahLst/>
              <a:cxnLst/>
              <a:rect l="l" t="t" r="r" b="b"/>
              <a:pathLst>
                <a:path w="400050" h="4396740">
                  <a:moveTo>
                    <a:pt x="19050" y="4387850"/>
                  </a:moveTo>
                  <a:lnTo>
                    <a:pt x="400050" y="13970"/>
                  </a:lnTo>
                  <a:cubicBezTo>
                    <a:pt x="400050" y="13970"/>
                    <a:pt x="392430" y="5080"/>
                    <a:pt x="389890" y="2540"/>
                  </a:cubicBezTo>
                  <a:cubicBezTo>
                    <a:pt x="389890" y="2540"/>
                    <a:pt x="387350" y="0"/>
                    <a:pt x="382270" y="0"/>
                  </a:cubicBezTo>
                  <a:lnTo>
                    <a:pt x="0" y="4385310"/>
                  </a:lnTo>
                  <a:lnTo>
                    <a:pt x="13970" y="4396740"/>
                  </a:lnTo>
                  <a:cubicBezTo>
                    <a:pt x="16510" y="4395470"/>
                    <a:pt x="19050" y="4391660"/>
                    <a:pt x="19050" y="4387850"/>
                  </a:cubicBezTo>
                  <a:close/>
                </a:path>
              </a:pathLst>
            </a:custGeom>
            <a:solidFill>
              <a:srgbClr val="FFFFFF"/>
            </a:solidFill>
          </p:spPr>
        </p:sp>
        <p:sp>
          <p:nvSpPr>
            <p:cNvPr id="27" name="Freeform 27"/>
            <p:cNvSpPr/>
            <p:nvPr/>
          </p:nvSpPr>
          <p:spPr>
            <a:xfrm>
              <a:off x="78740" y="900430"/>
              <a:ext cx="3792220" cy="4425950"/>
            </a:xfrm>
            <a:custGeom>
              <a:avLst/>
              <a:gdLst/>
              <a:ahLst/>
              <a:cxnLst/>
              <a:rect l="l" t="t" r="r" b="b"/>
              <a:pathLst>
                <a:path w="3792220" h="4425950">
                  <a:moveTo>
                    <a:pt x="3778250" y="0"/>
                  </a:moveTo>
                  <a:lnTo>
                    <a:pt x="13970" y="0"/>
                  </a:lnTo>
                  <a:cubicBezTo>
                    <a:pt x="6350" y="0"/>
                    <a:pt x="0" y="6350"/>
                    <a:pt x="0" y="13970"/>
                  </a:cubicBezTo>
                  <a:lnTo>
                    <a:pt x="0" y="4411980"/>
                  </a:lnTo>
                  <a:cubicBezTo>
                    <a:pt x="0" y="4419600"/>
                    <a:pt x="6350" y="4425950"/>
                    <a:pt x="13970" y="4425950"/>
                  </a:cubicBezTo>
                  <a:lnTo>
                    <a:pt x="3778250" y="4425950"/>
                  </a:lnTo>
                  <a:cubicBezTo>
                    <a:pt x="3785870" y="4425950"/>
                    <a:pt x="3792220" y="4419600"/>
                    <a:pt x="3792220" y="4411980"/>
                  </a:cubicBezTo>
                  <a:lnTo>
                    <a:pt x="3792220" y="12700"/>
                  </a:lnTo>
                  <a:cubicBezTo>
                    <a:pt x="3792220" y="5080"/>
                    <a:pt x="3785870" y="0"/>
                    <a:pt x="3778250" y="0"/>
                  </a:cubicBezTo>
                  <a:close/>
                  <a:moveTo>
                    <a:pt x="3582670" y="218440"/>
                  </a:moveTo>
                  <a:lnTo>
                    <a:pt x="3582670" y="3464560"/>
                  </a:lnTo>
                  <a:cubicBezTo>
                    <a:pt x="3582670" y="3472180"/>
                    <a:pt x="3576320" y="3478530"/>
                    <a:pt x="3568700" y="3478530"/>
                  </a:cubicBezTo>
                  <a:lnTo>
                    <a:pt x="186690" y="3478530"/>
                  </a:lnTo>
                  <a:cubicBezTo>
                    <a:pt x="179070" y="3478530"/>
                    <a:pt x="172720" y="3472180"/>
                    <a:pt x="172720" y="3464560"/>
                  </a:cubicBezTo>
                  <a:lnTo>
                    <a:pt x="172720" y="218440"/>
                  </a:lnTo>
                  <a:cubicBezTo>
                    <a:pt x="172720" y="210820"/>
                    <a:pt x="179070" y="204470"/>
                    <a:pt x="186690" y="204470"/>
                  </a:cubicBezTo>
                  <a:lnTo>
                    <a:pt x="3568700" y="204470"/>
                  </a:lnTo>
                  <a:cubicBezTo>
                    <a:pt x="3576320" y="204470"/>
                    <a:pt x="3582670" y="210820"/>
                    <a:pt x="3582670" y="218440"/>
                  </a:cubicBezTo>
                  <a:close/>
                </a:path>
              </a:pathLst>
            </a:custGeom>
            <a:solidFill>
              <a:srgbClr val="F2F1EB"/>
            </a:solidFill>
          </p:spPr>
        </p:sp>
        <p:sp>
          <p:nvSpPr>
            <p:cNvPr id="28" name="Freeform 28"/>
            <p:cNvSpPr/>
            <p:nvPr/>
          </p:nvSpPr>
          <p:spPr>
            <a:xfrm>
              <a:off x="251460" y="1104900"/>
              <a:ext cx="3409950" cy="3274060"/>
            </a:xfrm>
            <a:custGeom>
              <a:avLst/>
              <a:gdLst/>
              <a:ahLst/>
              <a:cxnLst/>
              <a:rect l="l" t="t" r="r" b="b"/>
              <a:pathLst>
                <a:path w="3409950" h="3274060">
                  <a:moveTo>
                    <a:pt x="3395980" y="0"/>
                  </a:moveTo>
                  <a:lnTo>
                    <a:pt x="13970" y="0"/>
                  </a:lnTo>
                  <a:cubicBezTo>
                    <a:pt x="6350" y="0"/>
                    <a:pt x="0" y="6350"/>
                    <a:pt x="0" y="13970"/>
                  </a:cubicBezTo>
                  <a:lnTo>
                    <a:pt x="0" y="3260090"/>
                  </a:lnTo>
                  <a:cubicBezTo>
                    <a:pt x="0" y="3267710"/>
                    <a:pt x="6350" y="3274060"/>
                    <a:pt x="13970" y="3274060"/>
                  </a:cubicBezTo>
                  <a:lnTo>
                    <a:pt x="3395980" y="3274060"/>
                  </a:lnTo>
                  <a:cubicBezTo>
                    <a:pt x="3403600" y="3274060"/>
                    <a:pt x="3409950" y="3267710"/>
                    <a:pt x="3409950" y="3260090"/>
                  </a:cubicBezTo>
                  <a:lnTo>
                    <a:pt x="3409950" y="13970"/>
                  </a:lnTo>
                  <a:cubicBezTo>
                    <a:pt x="3409950" y="6350"/>
                    <a:pt x="3403600" y="0"/>
                    <a:pt x="3395980" y="0"/>
                  </a:cubicBezTo>
                  <a:close/>
                </a:path>
              </a:pathLst>
            </a:custGeom>
            <a:blipFill>
              <a:blip r:embed="rId16"/>
              <a:stretch>
                <a:fillRect l="-35346" r="-35346"/>
              </a:stretch>
            </a:blipFill>
          </p:spPr>
        </p:sp>
        <p:sp>
          <p:nvSpPr>
            <p:cNvPr id="29" name="Freeform 29"/>
            <p:cNvSpPr/>
            <p:nvPr/>
          </p:nvSpPr>
          <p:spPr>
            <a:xfrm>
              <a:off x="240030" y="1106170"/>
              <a:ext cx="3421380" cy="3274060"/>
            </a:xfrm>
            <a:custGeom>
              <a:avLst/>
              <a:gdLst/>
              <a:ahLst/>
              <a:cxnLst/>
              <a:rect l="l" t="t" r="r" b="b"/>
              <a:pathLst>
                <a:path w="3421380" h="3274060">
                  <a:moveTo>
                    <a:pt x="3421380" y="8890"/>
                  </a:moveTo>
                  <a:cubicBezTo>
                    <a:pt x="3421380" y="8890"/>
                    <a:pt x="3418840" y="1270"/>
                    <a:pt x="3408680" y="0"/>
                  </a:cubicBezTo>
                  <a:lnTo>
                    <a:pt x="13970" y="0"/>
                  </a:lnTo>
                  <a:cubicBezTo>
                    <a:pt x="7620" y="0"/>
                    <a:pt x="0" y="2540"/>
                    <a:pt x="0" y="10160"/>
                  </a:cubicBezTo>
                  <a:lnTo>
                    <a:pt x="2540" y="16510"/>
                  </a:lnTo>
                  <a:cubicBezTo>
                    <a:pt x="5080" y="12700"/>
                    <a:pt x="10160" y="11430"/>
                    <a:pt x="13970" y="11430"/>
                  </a:cubicBezTo>
                  <a:lnTo>
                    <a:pt x="3411220" y="11430"/>
                  </a:lnTo>
                  <a:lnTo>
                    <a:pt x="3411220" y="3262630"/>
                  </a:lnTo>
                  <a:cubicBezTo>
                    <a:pt x="3411220" y="3267710"/>
                    <a:pt x="3408680" y="3271520"/>
                    <a:pt x="3406140" y="3274060"/>
                  </a:cubicBezTo>
                  <a:lnTo>
                    <a:pt x="3409950" y="3274060"/>
                  </a:lnTo>
                  <a:cubicBezTo>
                    <a:pt x="3416300" y="3274060"/>
                    <a:pt x="3421380" y="3268980"/>
                    <a:pt x="3421380" y="3262630"/>
                  </a:cubicBezTo>
                  <a:lnTo>
                    <a:pt x="3421380" y="8890"/>
                  </a:lnTo>
                  <a:close/>
                </a:path>
              </a:pathLst>
            </a:custGeom>
            <a:solidFill>
              <a:srgbClr val="898888"/>
            </a:solidFill>
          </p:spPr>
        </p:sp>
        <p:sp>
          <p:nvSpPr>
            <p:cNvPr id="30" name="Freeform 30"/>
            <p:cNvSpPr/>
            <p:nvPr/>
          </p:nvSpPr>
          <p:spPr>
            <a:xfrm>
              <a:off x="81280" y="5299710"/>
              <a:ext cx="3804920" cy="27940"/>
            </a:xfrm>
            <a:custGeom>
              <a:avLst/>
              <a:gdLst/>
              <a:ahLst/>
              <a:cxnLst/>
              <a:rect l="l" t="t" r="r" b="b"/>
              <a:pathLst>
                <a:path w="3804920" h="27940">
                  <a:moveTo>
                    <a:pt x="13970" y="13970"/>
                  </a:moveTo>
                  <a:cubicBezTo>
                    <a:pt x="6350" y="13970"/>
                    <a:pt x="0" y="7620"/>
                    <a:pt x="0" y="0"/>
                  </a:cubicBezTo>
                  <a:lnTo>
                    <a:pt x="0" y="13970"/>
                  </a:lnTo>
                  <a:cubicBezTo>
                    <a:pt x="0" y="21590"/>
                    <a:pt x="6350" y="27940"/>
                    <a:pt x="13970" y="27940"/>
                  </a:cubicBezTo>
                  <a:lnTo>
                    <a:pt x="3796030" y="27940"/>
                  </a:lnTo>
                  <a:cubicBezTo>
                    <a:pt x="3799840" y="27940"/>
                    <a:pt x="3802380" y="26670"/>
                    <a:pt x="3804920" y="24130"/>
                  </a:cubicBezTo>
                  <a:lnTo>
                    <a:pt x="3790950" y="13970"/>
                  </a:lnTo>
                  <a:lnTo>
                    <a:pt x="13970" y="13970"/>
                  </a:lnTo>
                  <a:close/>
                </a:path>
              </a:pathLst>
            </a:custGeom>
            <a:solidFill>
              <a:srgbClr val="898888"/>
            </a:solidFill>
          </p:spPr>
        </p:sp>
        <p:sp>
          <p:nvSpPr>
            <p:cNvPr id="31" name="Freeform 31"/>
            <p:cNvSpPr/>
            <p:nvPr/>
          </p:nvSpPr>
          <p:spPr>
            <a:xfrm>
              <a:off x="81280" y="904240"/>
              <a:ext cx="27940" cy="4422140"/>
            </a:xfrm>
            <a:custGeom>
              <a:avLst/>
              <a:gdLst/>
              <a:ahLst/>
              <a:cxnLst/>
              <a:rect l="l" t="t" r="r" b="b"/>
              <a:pathLst>
                <a:path w="27940" h="4422140">
                  <a:moveTo>
                    <a:pt x="12700" y="4409440"/>
                  </a:moveTo>
                  <a:lnTo>
                    <a:pt x="12700" y="8890"/>
                  </a:lnTo>
                  <a:lnTo>
                    <a:pt x="3810" y="0"/>
                  </a:lnTo>
                  <a:cubicBezTo>
                    <a:pt x="1270" y="2540"/>
                    <a:pt x="0" y="5080"/>
                    <a:pt x="0" y="8890"/>
                  </a:cubicBezTo>
                  <a:lnTo>
                    <a:pt x="0" y="4408170"/>
                  </a:lnTo>
                  <a:cubicBezTo>
                    <a:pt x="0" y="4415790"/>
                    <a:pt x="6350" y="4422140"/>
                    <a:pt x="13970" y="4422140"/>
                  </a:cubicBezTo>
                  <a:lnTo>
                    <a:pt x="27940" y="4422140"/>
                  </a:lnTo>
                  <a:cubicBezTo>
                    <a:pt x="19050" y="4422140"/>
                    <a:pt x="12700" y="4415790"/>
                    <a:pt x="12700" y="4409440"/>
                  </a:cubicBezTo>
                  <a:close/>
                </a:path>
              </a:pathLst>
            </a:custGeom>
            <a:solidFill>
              <a:srgbClr val="898888"/>
            </a:solidFill>
          </p:spPr>
        </p:sp>
        <p:sp>
          <p:nvSpPr>
            <p:cNvPr id="32" name="Freeform 32"/>
            <p:cNvSpPr/>
            <p:nvPr/>
          </p:nvSpPr>
          <p:spPr>
            <a:xfrm>
              <a:off x="238760" y="1108710"/>
              <a:ext cx="27940" cy="3270250"/>
            </a:xfrm>
            <a:custGeom>
              <a:avLst/>
              <a:gdLst/>
              <a:ahLst/>
              <a:cxnLst/>
              <a:rect l="l" t="t" r="r" b="b"/>
              <a:pathLst>
                <a:path w="27940" h="3270250">
                  <a:moveTo>
                    <a:pt x="12700" y="3256280"/>
                  </a:moveTo>
                  <a:lnTo>
                    <a:pt x="12700" y="7620"/>
                  </a:lnTo>
                  <a:lnTo>
                    <a:pt x="3810" y="0"/>
                  </a:lnTo>
                  <a:cubicBezTo>
                    <a:pt x="1270" y="2540"/>
                    <a:pt x="0" y="6350"/>
                    <a:pt x="0" y="10160"/>
                  </a:cubicBezTo>
                  <a:lnTo>
                    <a:pt x="0" y="3256280"/>
                  </a:lnTo>
                  <a:cubicBezTo>
                    <a:pt x="0" y="3263900"/>
                    <a:pt x="6350" y="3270250"/>
                    <a:pt x="13970" y="3270250"/>
                  </a:cubicBezTo>
                  <a:lnTo>
                    <a:pt x="27940" y="3270250"/>
                  </a:lnTo>
                  <a:cubicBezTo>
                    <a:pt x="19050" y="3270250"/>
                    <a:pt x="12700" y="3263900"/>
                    <a:pt x="12700" y="3256280"/>
                  </a:cubicBezTo>
                  <a:close/>
                </a:path>
              </a:pathLst>
            </a:custGeom>
            <a:solidFill>
              <a:srgbClr val="FFFFFF"/>
            </a:solidFill>
          </p:spPr>
        </p:sp>
        <p:sp>
          <p:nvSpPr>
            <p:cNvPr id="33" name="Freeform 33"/>
            <p:cNvSpPr/>
            <p:nvPr/>
          </p:nvSpPr>
          <p:spPr>
            <a:xfrm>
              <a:off x="0" y="0"/>
              <a:ext cx="0" cy="0"/>
            </a:xfrm>
            <a:custGeom>
              <a:avLst/>
              <a:gdLst/>
              <a:ahLst/>
              <a:cxnLst/>
              <a:rect l="l" t="t" r="r" b="b"/>
              <a:pathLst>
                <a:path/>
              </a:pathLst>
            </a:custGeom>
            <a:solidFill>
              <a:srgbClr val="FFFFFF"/>
            </a:solidFill>
          </p:spPr>
        </p:sp>
        <p:sp>
          <p:nvSpPr>
            <p:cNvPr id="34" name="Freeform 34"/>
            <p:cNvSpPr/>
            <p:nvPr/>
          </p:nvSpPr>
          <p:spPr>
            <a:xfrm>
              <a:off x="240030" y="4354830"/>
              <a:ext cx="3417570" cy="27940"/>
            </a:xfrm>
            <a:custGeom>
              <a:avLst/>
              <a:gdLst/>
              <a:ahLst/>
              <a:cxnLst/>
              <a:rect l="l" t="t" r="r" b="b"/>
              <a:pathLst>
                <a:path w="3417570" h="27940">
                  <a:moveTo>
                    <a:pt x="3411220" y="12700"/>
                  </a:moveTo>
                  <a:cubicBezTo>
                    <a:pt x="3409950" y="12700"/>
                    <a:pt x="3408680" y="13970"/>
                    <a:pt x="3407410" y="13970"/>
                  </a:cubicBezTo>
                  <a:lnTo>
                    <a:pt x="13970" y="13970"/>
                  </a:lnTo>
                  <a:cubicBezTo>
                    <a:pt x="6350" y="13970"/>
                    <a:pt x="0" y="7620"/>
                    <a:pt x="0" y="0"/>
                  </a:cubicBezTo>
                  <a:lnTo>
                    <a:pt x="0" y="13970"/>
                  </a:lnTo>
                  <a:cubicBezTo>
                    <a:pt x="0" y="21590"/>
                    <a:pt x="6350" y="27940"/>
                    <a:pt x="13970" y="27940"/>
                  </a:cubicBezTo>
                  <a:lnTo>
                    <a:pt x="3407410" y="27940"/>
                  </a:lnTo>
                  <a:cubicBezTo>
                    <a:pt x="3411220" y="27940"/>
                    <a:pt x="3415030" y="25400"/>
                    <a:pt x="3417570" y="22860"/>
                  </a:cubicBezTo>
                  <a:lnTo>
                    <a:pt x="3411220" y="12700"/>
                  </a:lnTo>
                  <a:close/>
                </a:path>
              </a:pathLst>
            </a:custGeom>
            <a:solidFill>
              <a:srgbClr val="FFFFFF"/>
            </a:solidFill>
          </p:spPr>
        </p:sp>
        <p:sp>
          <p:nvSpPr>
            <p:cNvPr id="35" name="Freeform 35"/>
            <p:cNvSpPr/>
            <p:nvPr/>
          </p:nvSpPr>
          <p:spPr>
            <a:xfrm>
              <a:off x="93980" y="909320"/>
              <a:ext cx="1270" cy="3810"/>
            </a:xfrm>
            <a:custGeom>
              <a:avLst/>
              <a:gdLst/>
              <a:ahLst/>
              <a:cxnLst/>
              <a:rect l="l" t="t" r="r" b="b"/>
              <a:pathLst>
                <a:path w="1270" h="3810">
                  <a:moveTo>
                    <a:pt x="0" y="3810"/>
                  </a:moveTo>
                  <a:lnTo>
                    <a:pt x="1270" y="0"/>
                  </a:lnTo>
                  <a:cubicBezTo>
                    <a:pt x="0" y="1270"/>
                    <a:pt x="0" y="2540"/>
                    <a:pt x="0" y="3810"/>
                  </a:cubicBezTo>
                  <a:close/>
                </a:path>
              </a:pathLst>
            </a:custGeom>
            <a:solidFill>
              <a:srgbClr val="FFFFFF"/>
            </a:solidFill>
          </p:spPr>
        </p:sp>
        <p:sp>
          <p:nvSpPr>
            <p:cNvPr id="36" name="Freeform 36"/>
            <p:cNvSpPr/>
            <p:nvPr/>
          </p:nvSpPr>
          <p:spPr>
            <a:xfrm>
              <a:off x="85090" y="899160"/>
              <a:ext cx="3806190" cy="27940"/>
            </a:xfrm>
            <a:custGeom>
              <a:avLst/>
              <a:gdLst/>
              <a:ahLst/>
              <a:cxnLst/>
              <a:rect l="l" t="t" r="r" b="b"/>
              <a:pathLst>
                <a:path w="3806190" h="27940">
                  <a:moveTo>
                    <a:pt x="3790950" y="0"/>
                  </a:moveTo>
                  <a:lnTo>
                    <a:pt x="10160" y="0"/>
                  </a:lnTo>
                  <a:cubicBezTo>
                    <a:pt x="6350" y="0"/>
                    <a:pt x="2540" y="2540"/>
                    <a:pt x="0" y="5080"/>
                  </a:cubicBezTo>
                  <a:lnTo>
                    <a:pt x="8890" y="13970"/>
                  </a:lnTo>
                  <a:lnTo>
                    <a:pt x="3792220" y="13970"/>
                  </a:lnTo>
                  <a:cubicBezTo>
                    <a:pt x="3799840" y="13970"/>
                    <a:pt x="3806190" y="20320"/>
                    <a:pt x="3806190" y="27940"/>
                  </a:cubicBezTo>
                  <a:lnTo>
                    <a:pt x="3806190" y="13970"/>
                  </a:lnTo>
                  <a:cubicBezTo>
                    <a:pt x="3804920" y="6350"/>
                    <a:pt x="3798570" y="0"/>
                    <a:pt x="3790950" y="0"/>
                  </a:cubicBezTo>
                  <a:close/>
                </a:path>
              </a:pathLst>
            </a:custGeom>
            <a:solidFill>
              <a:srgbClr val="FFFFFF"/>
            </a:solidFill>
          </p:spPr>
        </p:sp>
        <p:sp>
          <p:nvSpPr>
            <p:cNvPr id="37" name="Freeform 37"/>
            <p:cNvSpPr/>
            <p:nvPr/>
          </p:nvSpPr>
          <p:spPr>
            <a:xfrm>
              <a:off x="3869690" y="910590"/>
              <a:ext cx="20320" cy="4413250"/>
            </a:xfrm>
            <a:custGeom>
              <a:avLst/>
              <a:gdLst/>
              <a:ahLst/>
              <a:cxnLst/>
              <a:rect l="l" t="t" r="r" b="b"/>
              <a:pathLst>
                <a:path w="20320" h="4413250">
                  <a:moveTo>
                    <a:pt x="20320" y="4401820"/>
                  </a:moveTo>
                  <a:lnTo>
                    <a:pt x="20320" y="12700"/>
                  </a:lnTo>
                  <a:cubicBezTo>
                    <a:pt x="20320" y="12700"/>
                    <a:pt x="11430" y="5080"/>
                    <a:pt x="8890" y="2540"/>
                  </a:cubicBezTo>
                  <a:cubicBezTo>
                    <a:pt x="8890" y="2540"/>
                    <a:pt x="6350" y="0"/>
                    <a:pt x="0" y="0"/>
                  </a:cubicBezTo>
                  <a:lnTo>
                    <a:pt x="0" y="4403090"/>
                  </a:lnTo>
                  <a:lnTo>
                    <a:pt x="15240" y="4413250"/>
                  </a:lnTo>
                  <a:cubicBezTo>
                    <a:pt x="19050" y="4410710"/>
                    <a:pt x="20320" y="4406900"/>
                    <a:pt x="20320" y="4401820"/>
                  </a:cubicBezTo>
                  <a:close/>
                </a:path>
              </a:pathLst>
            </a:custGeom>
            <a:solidFill>
              <a:srgbClr val="FFFFFF"/>
            </a:solidFill>
          </p:spPr>
        </p:sp>
      </p:grpSp>
      <p:grpSp>
        <p:nvGrpSpPr>
          <p:cNvPr id="38" name="Group 38"/>
          <p:cNvGrpSpPr>
            <a:grpSpLocks noChangeAspect="1"/>
          </p:cNvGrpSpPr>
          <p:nvPr/>
        </p:nvGrpSpPr>
        <p:grpSpPr>
          <a:xfrm>
            <a:off x="12608842" y="2200681"/>
            <a:ext cx="4106422" cy="4809732"/>
            <a:chOff x="0" y="0"/>
            <a:chExt cx="4597400" cy="5384800"/>
          </a:xfrm>
        </p:grpSpPr>
        <p:sp>
          <p:nvSpPr>
            <p:cNvPr id="39" name="Freeform 39"/>
            <p:cNvSpPr/>
            <p:nvPr/>
          </p:nvSpPr>
          <p:spPr>
            <a:xfrm>
              <a:off x="350520" y="69850"/>
              <a:ext cx="4161790" cy="4737100"/>
            </a:xfrm>
            <a:custGeom>
              <a:avLst/>
              <a:gdLst/>
              <a:ahLst/>
              <a:cxnLst/>
              <a:rect l="l" t="t" r="r" b="b"/>
              <a:pathLst>
                <a:path w="4161790" h="4737100">
                  <a:moveTo>
                    <a:pt x="4149090" y="327660"/>
                  </a:moveTo>
                  <a:lnTo>
                    <a:pt x="398780" y="1270"/>
                  </a:lnTo>
                  <a:cubicBezTo>
                    <a:pt x="391160" y="0"/>
                    <a:pt x="384810" y="6350"/>
                    <a:pt x="383540" y="13970"/>
                  </a:cubicBezTo>
                  <a:lnTo>
                    <a:pt x="1270" y="4395470"/>
                  </a:lnTo>
                  <a:cubicBezTo>
                    <a:pt x="0" y="4403090"/>
                    <a:pt x="6350" y="4409440"/>
                    <a:pt x="13970" y="4409440"/>
                  </a:cubicBezTo>
                  <a:lnTo>
                    <a:pt x="3764280" y="4735830"/>
                  </a:lnTo>
                  <a:cubicBezTo>
                    <a:pt x="3771900" y="4737100"/>
                    <a:pt x="3778250" y="4730750"/>
                    <a:pt x="3779520" y="4723130"/>
                  </a:cubicBezTo>
                  <a:lnTo>
                    <a:pt x="4161790" y="341630"/>
                  </a:lnTo>
                  <a:cubicBezTo>
                    <a:pt x="4161790" y="335280"/>
                    <a:pt x="4156710" y="328930"/>
                    <a:pt x="4149090" y="327660"/>
                  </a:cubicBezTo>
                  <a:close/>
                  <a:moveTo>
                    <a:pt x="3934460" y="529590"/>
                  </a:moveTo>
                  <a:lnTo>
                    <a:pt x="3652520" y="3763010"/>
                  </a:lnTo>
                  <a:cubicBezTo>
                    <a:pt x="3651250" y="3770630"/>
                    <a:pt x="3644900" y="3775710"/>
                    <a:pt x="3638550" y="3775710"/>
                  </a:cubicBezTo>
                  <a:lnTo>
                    <a:pt x="269240" y="3482340"/>
                  </a:lnTo>
                  <a:cubicBezTo>
                    <a:pt x="261620" y="3481070"/>
                    <a:pt x="256540" y="3474720"/>
                    <a:pt x="256540" y="3468370"/>
                  </a:cubicBezTo>
                  <a:lnTo>
                    <a:pt x="538480" y="233680"/>
                  </a:lnTo>
                  <a:cubicBezTo>
                    <a:pt x="539750" y="226060"/>
                    <a:pt x="546100" y="220980"/>
                    <a:pt x="553720" y="220980"/>
                  </a:cubicBezTo>
                  <a:lnTo>
                    <a:pt x="3921760" y="514350"/>
                  </a:lnTo>
                  <a:cubicBezTo>
                    <a:pt x="3929380" y="515620"/>
                    <a:pt x="3934460" y="521970"/>
                    <a:pt x="3934460" y="529590"/>
                  </a:cubicBezTo>
                  <a:close/>
                </a:path>
              </a:pathLst>
            </a:custGeom>
            <a:solidFill>
              <a:srgbClr val="F2F1EB"/>
            </a:solidFill>
          </p:spPr>
        </p:sp>
        <p:sp>
          <p:nvSpPr>
            <p:cNvPr id="40" name="Freeform 40"/>
            <p:cNvSpPr/>
            <p:nvPr/>
          </p:nvSpPr>
          <p:spPr>
            <a:xfrm>
              <a:off x="605790" y="289560"/>
              <a:ext cx="3679190" cy="3557270"/>
            </a:xfrm>
            <a:custGeom>
              <a:avLst/>
              <a:gdLst/>
              <a:ahLst/>
              <a:cxnLst/>
              <a:rect l="l" t="t" r="r" b="b"/>
              <a:pathLst>
                <a:path w="3679190" h="3557270">
                  <a:moveTo>
                    <a:pt x="3666490" y="294640"/>
                  </a:moveTo>
                  <a:lnTo>
                    <a:pt x="297180" y="1270"/>
                  </a:lnTo>
                  <a:cubicBezTo>
                    <a:pt x="289560" y="0"/>
                    <a:pt x="283210" y="6350"/>
                    <a:pt x="281940" y="13970"/>
                  </a:cubicBezTo>
                  <a:lnTo>
                    <a:pt x="1270" y="3247390"/>
                  </a:lnTo>
                  <a:cubicBezTo>
                    <a:pt x="0" y="3255010"/>
                    <a:pt x="6350" y="3261360"/>
                    <a:pt x="13970" y="3262630"/>
                  </a:cubicBezTo>
                  <a:lnTo>
                    <a:pt x="3382010" y="3556000"/>
                  </a:lnTo>
                  <a:cubicBezTo>
                    <a:pt x="3389630" y="3557270"/>
                    <a:pt x="3395980" y="3550920"/>
                    <a:pt x="3397250" y="3543300"/>
                  </a:cubicBezTo>
                  <a:lnTo>
                    <a:pt x="3679190" y="309880"/>
                  </a:lnTo>
                  <a:cubicBezTo>
                    <a:pt x="3679190" y="302260"/>
                    <a:pt x="3674110" y="295910"/>
                    <a:pt x="3666490" y="294640"/>
                  </a:cubicBezTo>
                  <a:close/>
                </a:path>
              </a:pathLst>
            </a:custGeom>
            <a:blipFill>
              <a:blip r:embed="rId17"/>
              <a:stretch>
                <a:fillRect l="-22536" r="-22536"/>
              </a:stretch>
            </a:blipFill>
          </p:spPr>
        </p:sp>
        <p:sp>
          <p:nvSpPr>
            <p:cNvPr id="41" name="Freeform 41"/>
            <p:cNvSpPr/>
            <p:nvPr/>
          </p:nvSpPr>
          <p:spPr>
            <a:xfrm>
              <a:off x="877570" y="289560"/>
              <a:ext cx="3407410" cy="3554730"/>
            </a:xfrm>
            <a:custGeom>
              <a:avLst/>
              <a:gdLst/>
              <a:ahLst/>
              <a:cxnLst/>
              <a:rect l="l" t="t" r="r" b="b"/>
              <a:pathLst>
                <a:path w="3407410" h="3554730">
                  <a:moveTo>
                    <a:pt x="3407410" y="304800"/>
                  </a:moveTo>
                  <a:cubicBezTo>
                    <a:pt x="3407410" y="304800"/>
                    <a:pt x="3406140" y="297180"/>
                    <a:pt x="3395980" y="294640"/>
                  </a:cubicBezTo>
                  <a:lnTo>
                    <a:pt x="3394710" y="294640"/>
                  </a:lnTo>
                  <a:lnTo>
                    <a:pt x="3383280" y="293370"/>
                  </a:lnTo>
                  <a:lnTo>
                    <a:pt x="15240" y="0"/>
                  </a:lnTo>
                  <a:cubicBezTo>
                    <a:pt x="8890" y="0"/>
                    <a:pt x="1270" y="1270"/>
                    <a:pt x="0" y="8890"/>
                  </a:cubicBezTo>
                  <a:lnTo>
                    <a:pt x="1270" y="15240"/>
                  </a:lnTo>
                  <a:cubicBezTo>
                    <a:pt x="3810" y="12700"/>
                    <a:pt x="8890" y="10160"/>
                    <a:pt x="13970" y="10160"/>
                  </a:cubicBezTo>
                  <a:lnTo>
                    <a:pt x="3393440" y="304800"/>
                  </a:lnTo>
                  <a:lnTo>
                    <a:pt x="3398520" y="304800"/>
                  </a:lnTo>
                  <a:lnTo>
                    <a:pt x="3116580" y="3543300"/>
                  </a:lnTo>
                  <a:cubicBezTo>
                    <a:pt x="3116580" y="3548380"/>
                    <a:pt x="3114040" y="3552190"/>
                    <a:pt x="3110230" y="3554730"/>
                  </a:cubicBezTo>
                  <a:lnTo>
                    <a:pt x="3114040" y="3554730"/>
                  </a:lnTo>
                  <a:cubicBezTo>
                    <a:pt x="3120390" y="3554730"/>
                    <a:pt x="3126740" y="3550920"/>
                    <a:pt x="3126740" y="3544570"/>
                  </a:cubicBezTo>
                  <a:lnTo>
                    <a:pt x="3407410" y="304800"/>
                  </a:lnTo>
                  <a:close/>
                </a:path>
              </a:pathLst>
            </a:custGeom>
            <a:solidFill>
              <a:srgbClr val="898888"/>
            </a:solidFill>
          </p:spPr>
        </p:sp>
        <p:sp>
          <p:nvSpPr>
            <p:cNvPr id="42" name="Freeform 42"/>
            <p:cNvSpPr/>
            <p:nvPr/>
          </p:nvSpPr>
          <p:spPr>
            <a:xfrm>
              <a:off x="353060" y="4452620"/>
              <a:ext cx="3789680" cy="356870"/>
            </a:xfrm>
            <a:custGeom>
              <a:avLst/>
              <a:gdLst/>
              <a:ahLst/>
              <a:cxnLst/>
              <a:rect l="l" t="t" r="r" b="b"/>
              <a:pathLst>
                <a:path w="3789680" h="356870">
                  <a:moveTo>
                    <a:pt x="15240" y="15240"/>
                  </a:moveTo>
                  <a:cubicBezTo>
                    <a:pt x="7620" y="13970"/>
                    <a:pt x="2540" y="7620"/>
                    <a:pt x="2540" y="0"/>
                  </a:cubicBezTo>
                  <a:lnTo>
                    <a:pt x="1270" y="13970"/>
                  </a:lnTo>
                  <a:cubicBezTo>
                    <a:pt x="0" y="21590"/>
                    <a:pt x="6350" y="27940"/>
                    <a:pt x="13970" y="29210"/>
                  </a:cubicBezTo>
                  <a:lnTo>
                    <a:pt x="3780790" y="356870"/>
                  </a:lnTo>
                  <a:cubicBezTo>
                    <a:pt x="3784600" y="356870"/>
                    <a:pt x="3787140" y="355600"/>
                    <a:pt x="3789680" y="354330"/>
                  </a:cubicBezTo>
                  <a:lnTo>
                    <a:pt x="3775710" y="342900"/>
                  </a:lnTo>
                  <a:lnTo>
                    <a:pt x="15240" y="15240"/>
                  </a:lnTo>
                  <a:close/>
                </a:path>
              </a:pathLst>
            </a:custGeom>
            <a:solidFill>
              <a:srgbClr val="898888"/>
            </a:solidFill>
          </p:spPr>
        </p:sp>
        <p:sp>
          <p:nvSpPr>
            <p:cNvPr id="43" name="Freeform 43"/>
            <p:cNvSpPr/>
            <p:nvPr/>
          </p:nvSpPr>
          <p:spPr>
            <a:xfrm>
              <a:off x="353060" y="74930"/>
              <a:ext cx="396240" cy="4408170"/>
            </a:xfrm>
            <a:custGeom>
              <a:avLst/>
              <a:gdLst/>
              <a:ahLst/>
              <a:cxnLst/>
              <a:rect l="l" t="t" r="r" b="b"/>
              <a:pathLst>
                <a:path w="396240" h="4408170">
                  <a:moveTo>
                    <a:pt x="13970" y="4392930"/>
                  </a:moveTo>
                  <a:lnTo>
                    <a:pt x="396240" y="8890"/>
                  </a:lnTo>
                  <a:lnTo>
                    <a:pt x="387350" y="0"/>
                  </a:lnTo>
                  <a:cubicBezTo>
                    <a:pt x="384810" y="1270"/>
                    <a:pt x="383540" y="5080"/>
                    <a:pt x="382270" y="8890"/>
                  </a:cubicBezTo>
                  <a:lnTo>
                    <a:pt x="1270" y="4391660"/>
                  </a:lnTo>
                  <a:cubicBezTo>
                    <a:pt x="0" y="4399280"/>
                    <a:pt x="6350" y="4405630"/>
                    <a:pt x="13970" y="4406900"/>
                  </a:cubicBezTo>
                  <a:lnTo>
                    <a:pt x="27940" y="4408170"/>
                  </a:lnTo>
                  <a:cubicBezTo>
                    <a:pt x="19050" y="4406900"/>
                    <a:pt x="13970" y="4400550"/>
                    <a:pt x="13970" y="4392930"/>
                  </a:cubicBezTo>
                  <a:close/>
                </a:path>
              </a:pathLst>
            </a:custGeom>
            <a:solidFill>
              <a:srgbClr val="898888"/>
            </a:solidFill>
          </p:spPr>
        </p:sp>
        <p:sp>
          <p:nvSpPr>
            <p:cNvPr id="44" name="Freeform 44"/>
            <p:cNvSpPr/>
            <p:nvPr/>
          </p:nvSpPr>
          <p:spPr>
            <a:xfrm>
              <a:off x="591820" y="292100"/>
              <a:ext cx="297180" cy="3260090"/>
            </a:xfrm>
            <a:custGeom>
              <a:avLst/>
              <a:gdLst/>
              <a:ahLst/>
              <a:cxnLst/>
              <a:rect l="l" t="t" r="r" b="b"/>
              <a:pathLst>
                <a:path w="297180" h="3260090">
                  <a:moveTo>
                    <a:pt x="15240" y="3244850"/>
                  </a:moveTo>
                  <a:lnTo>
                    <a:pt x="297180" y="11430"/>
                  </a:lnTo>
                  <a:lnTo>
                    <a:pt x="297180" y="8890"/>
                  </a:lnTo>
                  <a:lnTo>
                    <a:pt x="288290" y="0"/>
                  </a:lnTo>
                  <a:cubicBezTo>
                    <a:pt x="285750" y="2540"/>
                    <a:pt x="283210" y="5080"/>
                    <a:pt x="283210" y="10160"/>
                  </a:cubicBezTo>
                  <a:lnTo>
                    <a:pt x="1270" y="3243580"/>
                  </a:lnTo>
                  <a:cubicBezTo>
                    <a:pt x="0" y="3251200"/>
                    <a:pt x="6350" y="3257550"/>
                    <a:pt x="13970" y="3258820"/>
                  </a:cubicBezTo>
                  <a:lnTo>
                    <a:pt x="27940" y="3260090"/>
                  </a:lnTo>
                  <a:cubicBezTo>
                    <a:pt x="20320" y="3258820"/>
                    <a:pt x="13970" y="3252470"/>
                    <a:pt x="15240" y="3244850"/>
                  </a:cubicBezTo>
                  <a:close/>
                </a:path>
              </a:pathLst>
            </a:custGeom>
            <a:solidFill>
              <a:srgbClr val="FFFFFF"/>
            </a:solidFill>
          </p:spPr>
        </p:sp>
        <p:sp>
          <p:nvSpPr>
            <p:cNvPr id="45" name="Freeform 45"/>
            <p:cNvSpPr/>
            <p:nvPr/>
          </p:nvSpPr>
          <p:spPr>
            <a:xfrm>
              <a:off x="0" y="0"/>
              <a:ext cx="0" cy="0"/>
            </a:xfrm>
            <a:custGeom>
              <a:avLst/>
              <a:gdLst/>
              <a:ahLst/>
              <a:cxnLst/>
              <a:rect l="l" t="t" r="r" b="b"/>
              <a:pathLst>
                <a:path/>
              </a:pathLst>
            </a:custGeom>
            <a:solidFill>
              <a:srgbClr val="FFFFFF"/>
            </a:solidFill>
          </p:spPr>
        </p:sp>
        <p:sp>
          <p:nvSpPr>
            <p:cNvPr id="46" name="Freeform 46"/>
            <p:cNvSpPr/>
            <p:nvPr/>
          </p:nvSpPr>
          <p:spPr>
            <a:xfrm>
              <a:off x="593090" y="3526790"/>
              <a:ext cx="3404870" cy="322580"/>
            </a:xfrm>
            <a:custGeom>
              <a:avLst/>
              <a:gdLst/>
              <a:ahLst/>
              <a:cxnLst/>
              <a:rect l="l" t="t" r="r" b="b"/>
              <a:pathLst>
                <a:path w="3404870" h="322580">
                  <a:moveTo>
                    <a:pt x="3399790" y="308610"/>
                  </a:moveTo>
                  <a:lnTo>
                    <a:pt x="3395980" y="308610"/>
                  </a:lnTo>
                  <a:lnTo>
                    <a:pt x="15240" y="13970"/>
                  </a:lnTo>
                  <a:cubicBezTo>
                    <a:pt x="7620" y="12700"/>
                    <a:pt x="2540" y="6350"/>
                    <a:pt x="2540" y="0"/>
                  </a:cubicBezTo>
                  <a:lnTo>
                    <a:pt x="1270" y="13970"/>
                  </a:lnTo>
                  <a:cubicBezTo>
                    <a:pt x="0" y="21590"/>
                    <a:pt x="6350" y="27940"/>
                    <a:pt x="13970" y="29210"/>
                  </a:cubicBezTo>
                  <a:lnTo>
                    <a:pt x="3394710" y="322580"/>
                  </a:lnTo>
                  <a:cubicBezTo>
                    <a:pt x="3398520" y="322580"/>
                    <a:pt x="3402330" y="321310"/>
                    <a:pt x="3404870" y="318770"/>
                  </a:cubicBezTo>
                  <a:lnTo>
                    <a:pt x="3399790" y="308610"/>
                  </a:lnTo>
                  <a:close/>
                </a:path>
              </a:pathLst>
            </a:custGeom>
            <a:solidFill>
              <a:srgbClr val="FFFFFF"/>
            </a:solidFill>
          </p:spPr>
        </p:sp>
        <p:sp>
          <p:nvSpPr>
            <p:cNvPr id="47" name="Freeform 47"/>
            <p:cNvSpPr/>
            <p:nvPr/>
          </p:nvSpPr>
          <p:spPr>
            <a:xfrm>
              <a:off x="749300" y="80010"/>
              <a:ext cx="1270" cy="3810"/>
            </a:xfrm>
            <a:custGeom>
              <a:avLst/>
              <a:gdLst/>
              <a:ahLst/>
              <a:cxnLst/>
              <a:rect l="l" t="t" r="r" b="b"/>
              <a:pathLst>
                <a:path w="1270" h="3810">
                  <a:moveTo>
                    <a:pt x="0" y="3810"/>
                  </a:moveTo>
                  <a:lnTo>
                    <a:pt x="1270" y="0"/>
                  </a:lnTo>
                  <a:cubicBezTo>
                    <a:pt x="0" y="1270"/>
                    <a:pt x="0" y="2540"/>
                    <a:pt x="0" y="3810"/>
                  </a:cubicBezTo>
                  <a:close/>
                </a:path>
              </a:pathLst>
            </a:custGeom>
            <a:solidFill>
              <a:srgbClr val="FFFFFF"/>
            </a:solidFill>
          </p:spPr>
        </p:sp>
        <p:sp>
          <p:nvSpPr>
            <p:cNvPr id="48" name="Freeform 48"/>
            <p:cNvSpPr/>
            <p:nvPr/>
          </p:nvSpPr>
          <p:spPr>
            <a:xfrm>
              <a:off x="741680" y="71120"/>
              <a:ext cx="3789680" cy="355600"/>
            </a:xfrm>
            <a:custGeom>
              <a:avLst/>
              <a:gdLst/>
              <a:ahLst/>
              <a:cxnLst/>
              <a:rect l="l" t="t" r="r" b="b"/>
              <a:pathLst>
                <a:path w="3789680" h="355600">
                  <a:moveTo>
                    <a:pt x="3776980" y="327660"/>
                  </a:moveTo>
                  <a:lnTo>
                    <a:pt x="22860" y="1270"/>
                  </a:lnTo>
                  <a:lnTo>
                    <a:pt x="10160" y="0"/>
                  </a:lnTo>
                  <a:cubicBezTo>
                    <a:pt x="6350" y="0"/>
                    <a:pt x="2540" y="1270"/>
                    <a:pt x="0" y="3810"/>
                  </a:cubicBezTo>
                  <a:lnTo>
                    <a:pt x="7620" y="12700"/>
                  </a:lnTo>
                  <a:lnTo>
                    <a:pt x="8890" y="12700"/>
                  </a:lnTo>
                  <a:lnTo>
                    <a:pt x="3775710" y="340360"/>
                  </a:lnTo>
                  <a:cubicBezTo>
                    <a:pt x="3783330" y="341630"/>
                    <a:pt x="3788410" y="347980"/>
                    <a:pt x="3788410" y="355600"/>
                  </a:cubicBezTo>
                  <a:lnTo>
                    <a:pt x="3789680" y="341630"/>
                  </a:lnTo>
                  <a:cubicBezTo>
                    <a:pt x="3789680" y="335280"/>
                    <a:pt x="3784600" y="328930"/>
                    <a:pt x="3776980" y="327660"/>
                  </a:cubicBezTo>
                  <a:close/>
                </a:path>
              </a:pathLst>
            </a:custGeom>
            <a:solidFill>
              <a:srgbClr val="FFFFFF"/>
            </a:solidFill>
          </p:spPr>
        </p:sp>
        <p:sp>
          <p:nvSpPr>
            <p:cNvPr id="49" name="Freeform 49"/>
            <p:cNvSpPr/>
            <p:nvPr/>
          </p:nvSpPr>
          <p:spPr>
            <a:xfrm>
              <a:off x="4130040" y="408940"/>
              <a:ext cx="400050" cy="4396740"/>
            </a:xfrm>
            <a:custGeom>
              <a:avLst/>
              <a:gdLst/>
              <a:ahLst/>
              <a:cxnLst/>
              <a:rect l="l" t="t" r="r" b="b"/>
              <a:pathLst>
                <a:path w="400050" h="4396740">
                  <a:moveTo>
                    <a:pt x="19050" y="4387850"/>
                  </a:moveTo>
                  <a:lnTo>
                    <a:pt x="400050" y="13970"/>
                  </a:lnTo>
                  <a:cubicBezTo>
                    <a:pt x="400050" y="13970"/>
                    <a:pt x="392430" y="5080"/>
                    <a:pt x="389890" y="2540"/>
                  </a:cubicBezTo>
                  <a:cubicBezTo>
                    <a:pt x="389890" y="2540"/>
                    <a:pt x="387350" y="0"/>
                    <a:pt x="382270" y="0"/>
                  </a:cubicBezTo>
                  <a:lnTo>
                    <a:pt x="0" y="4385310"/>
                  </a:lnTo>
                  <a:lnTo>
                    <a:pt x="13970" y="4396740"/>
                  </a:lnTo>
                  <a:cubicBezTo>
                    <a:pt x="16510" y="4395470"/>
                    <a:pt x="19050" y="4391660"/>
                    <a:pt x="19050" y="4387850"/>
                  </a:cubicBezTo>
                  <a:close/>
                </a:path>
              </a:pathLst>
            </a:custGeom>
            <a:solidFill>
              <a:srgbClr val="FFFFFF"/>
            </a:solidFill>
          </p:spPr>
        </p:sp>
        <p:sp>
          <p:nvSpPr>
            <p:cNvPr id="50" name="Freeform 50"/>
            <p:cNvSpPr/>
            <p:nvPr/>
          </p:nvSpPr>
          <p:spPr>
            <a:xfrm>
              <a:off x="78740" y="900430"/>
              <a:ext cx="3792220" cy="4425950"/>
            </a:xfrm>
            <a:custGeom>
              <a:avLst/>
              <a:gdLst/>
              <a:ahLst/>
              <a:cxnLst/>
              <a:rect l="l" t="t" r="r" b="b"/>
              <a:pathLst>
                <a:path w="3792220" h="4425950">
                  <a:moveTo>
                    <a:pt x="3778250" y="0"/>
                  </a:moveTo>
                  <a:lnTo>
                    <a:pt x="13970" y="0"/>
                  </a:lnTo>
                  <a:cubicBezTo>
                    <a:pt x="6350" y="0"/>
                    <a:pt x="0" y="6350"/>
                    <a:pt x="0" y="13970"/>
                  </a:cubicBezTo>
                  <a:lnTo>
                    <a:pt x="0" y="4411980"/>
                  </a:lnTo>
                  <a:cubicBezTo>
                    <a:pt x="0" y="4419600"/>
                    <a:pt x="6350" y="4425950"/>
                    <a:pt x="13970" y="4425950"/>
                  </a:cubicBezTo>
                  <a:lnTo>
                    <a:pt x="3778250" y="4425950"/>
                  </a:lnTo>
                  <a:cubicBezTo>
                    <a:pt x="3785870" y="4425950"/>
                    <a:pt x="3792220" y="4419600"/>
                    <a:pt x="3792220" y="4411980"/>
                  </a:cubicBezTo>
                  <a:lnTo>
                    <a:pt x="3792220" y="12700"/>
                  </a:lnTo>
                  <a:cubicBezTo>
                    <a:pt x="3792220" y="5080"/>
                    <a:pt x="3785870" y="0"/>
                    <a:pt x="3778250" y="0"/>
                  </a:cubicBezTo>
                  <a:close/>
                  <a:moveTo>
                    <a:pt x="3582670" y="218440"/>
                  </a:moveTo>
                  <a:lnTo>
                    <a:pt x="3582670" y="3464560"/>
                  </a:lnTo>
                  <a:cubicBezTo>
                    <a:pt x="3582670" y="3472180"/>
                    <a:pt x="3576320" y="3478530"/>
                    <a:pt x="3568700" y="3478530"/>
                  </a:cubicBezTo>
                  <a:lnTo>
                    <a:pt x="186690" y="3478530"/>
                  </a:lnTo>
                  <a:cubicBezTo>
                    <a:pt x="179070" y="3478530"/>
                    <a:pt x="172720" y="3472180"/>
                    <a:pt x="172720" y="3464560"/>
                  </a:cubicBezTo>
                  <a:lnTo>
                    <a:pt x="172720" y="218440"/>
                  </a:lnTo>
                  <a:cubicBezTo>
                    <a:pt x="172720" y="210820"/>
                    <a:pt x="179070" y="204470"/>
                    <a:pt x="186690" y="204470"/>
                  </a:cubicBezTo>
                  <a:lnTo>
                    <a:pt x="3568700" y="204470"/>
                  </a:lnTo>
                  <a:cubicBezTo>
                    <a:pt x="3576320" y="204470"/>
                    <a:pt x="3582670" y="210820"/>
                    <a:pt x="3582670" y="218440"/>
                  </a:cubicBezTo>
                  <a:close/>
                </a:path>
              </a:pathLst>
            </a:custGeom>
            <a:solidFill>
              <a:srgbClr val="F2F1EB"/>
            </a:solidFill>
          </p:spPr>
        </p:sp>
        <p:sp>
          <p:nvSpPr>
            <p:cNvPr id="51" name="Freeform 51"/>
            <p:cNvSpPr/>
            <p:nvPr/>
          </p:nvSpPr>
          <p:spPr>
            <a:xfrm>
              <a:off x="251460" y="1104900"/>
              <a:ext cx="3409950" cy="3274060"/>
            </a:xfrm>
            <a:custGeom>
              <a:avLst/>
              <a:gdLst/>
              <a:ahLst/>
              <a:cxnLst/>
              <a:rect l="l" t="t" r="r" b="b"/>
              <a:pathLst>
                <a:path w="3409950" h="3274060">
                  <a:moveTo>
                    <a:pt x="3395980" y="0"/>
                  </a:moveTo>
                  <a:lnTo>
                    <a:pt x="13970" y="0"/>
                  </a:lnTo>
                  <a:cubicBezTo>
                    <a:pt x="6350" y="0"/>
                    <a:pt x="0" y="6350"/>
                    <a:pt x="0" y="13970"/>
                  </a:cubicBezTo>
                  <a:lnTo>
                    <a:pt x="0" y="3260090"/>
                  </a:lnTo>
                  <a:cubicBezTo>
                    <a:pt x="0" y="3267710"/>
                    <a:pt x="6350" y="3274060"/>
                    <a:pt x="13970" y="3274060"/>
                  </a:cubicBezTo>
                  <a:lnTo>
                    <a:pt x="3395980" y="3274060"/>
                  </a:lnTo>
                  <a:cubicBezTo>
                    <a:pt x="3403600" y="3274060"/>
                    <a:pt x="3409950" y="3267710"/>
                    <a:pt x="3409950" y="3260090"/>
                  </a:cubicBezTo>
                  <a:lnTo>
                    <a:pt x="3409950" y="13970"/>
                  </a:lnTo>
                  <a:cubicBezTo>
                    <a:pt x="3409950" y="6350"/>
                    <a:pt x="3403600" y="0"/>
                    <a:pt x="3395980" y="0"/>
                  </a:cubicBezTo>
                  <a:close/>
                </a:path>
              </a:pathLst>
            </a:custGeom>
            <a:blipFill>
              <a:blip r:embed="rId17"/>
              <a:stretch>
                <a:fillRect l="-22056" r="-22056"/>
              </a:stretch>
            </a:blipFill>
          </p:spPr>
        </p:sp>
        <p:sp>
          <p:nvSpPr>
            <p:cNvPr id="52" name="Freeform 52"/>
            <p:cNvSpPr/>
            <p:nvPr/>
          </p:nvSpPr>
          <p:spPr>
            <a:xfrm>
              <a:off x="240030" y="1106170"/>
              <a:ext cx="3421380" cy="3274060"/>
            </a:xfrm>
            <a:custGeom>
              <a:avLst/>
              <a:gdLst/>
              <a:ahLst/>
              <a:cxnLst/>
              <a:rect l="l" t="t" r="r" b="b"/>
              <a:pathLst>
                <a:path w="3421380" h="3274060">
                  <a:moveTo>
                    <a:pt x="3421380" y="8890"/>
                  </a:moveTo>
                  <a:cubicBezTo>
                    <a:pt x="3421380" y="8890"/>
                    <a:pt x="3418840" y="1270"/>
                    <a:pt x="3408680" y="0"/>
                  </a:cubicBezTo>
                  <a:lnTo>
                    <a:pt x="13970" y="0"/>
                  </a:lnTo>
                  <a:cubicBezTo>
                    <a:pt x="7620" y="0"/>
                    <a:pt x="0" y="2540"/>
                    <a:pt x="0" y="10160"/>
                  </a:cubicBezTo>
                  <a:lnTo>
                    <a:pt x="2540" y="16510"/>
                  </a:lnTo>
                  <a:cubicBezTo>
                    <a:pt x="5080" y="12700"/>
                    <a:pt x="10160" y="11430"/>
                    <a:pt x="13970" y="11430"/>
                  </a:cubicBezTo>
                  <a:lnTo>
                    <a:pt x="3411220" y="11430"/>
                  </a:lnTo>
                  <a:lnTo>
                    <a:pt x="3411220" y="3262630"/>
                  </a:lnTo>
                  <a:cubicBezTo>
                    <a:pt x="3411220" y="3267710"/>
                    <a:pt x="3408680" y="3271520"/>
                    <a:pt x="3406140" y="3274060"/>
                  </a:cubicBezTo>
                  <a:lnTo>
                    <a:pt x="3409950" y="3274060"/>
                  </a:lnTo>
                  <a:cubicBezTo>
                    <a:pt x="3416300" y="3274060"/>
                    <a:pt x="3421380" y="3268980"/>
                    <a:pt x="3421380" y="3262630"/>
                  </a:cubicBezTo>
                  <a:lnTo>
                    <a:pt x="3421380" y="8890"/>
                  </a:lnTo>
                  <a:close/>
                </a:path>
              </a:pathLst>
            </a:custGeom>
            <a:solidFill>
              <a:srgbClr val="898888"/>
            </a:solidFill>
          </p:spPr>
        </p:sp>
        <p:sp>
          <p:nvSpPr>
            <p:cNvPr id="53" name="Freeform 53"/>
            <p:cNvSpPr/>
            <p:nvPr/>
          </p:nvSpPr>
          <p:spPr>
            <a:xfrm>
              <a:off x="81280" y="5299710"/>
              <a:ext cx="3804920" cy="27940"/>
            </a:xfrm>
            <a:custGeom>
              <a:avLst/>
              <a:gdLst/>
              <a:ahLst/>
              <a:cxnLst/>
              <a:rect l="l" t="t" r="r" b="b"/>
              <a:pathLst>
                <a:path w="3804920" h="27940">
                  <a:moveTo>
                    <a:pt x="13970" y="13970"/>
                  </a:moveTo>
                  <a:cubicBezTo>
                    <a:pt x="6350" y="13970"/>
                    <a:pt x="0" y="7620"/>
                    <a:pt x="0" y="0"/>
                  </a:cubicBezTo>
                  <a:lnTo>
                    <a:pt x="0" y="13970"/>
                  </a:lnTo>
                  <a:cubicBezTo>
                    <a:pt x="0" y="21590"/>
                    <a:pt x="6350" y="27940"/>
                    <a:pt x="13970" y="27940"/>
                  </a:cubicBezTo>
                  <a:lnTo>
                    <a:pt x="3796030" y="27940"/>
                  </a:lnTo>
                  <a:cubicBezTo>
                    <a:pt x="3799840" y="27940"/>
                    <a:pt x="3802380" y="26670"/>
                    <a:pt x="3804920" y="24130"/>
                  </a:cubicBezTo>
                  <a:lnTo>
                    <a:pt x="3790950" y="13970"/>
                  </a:lnTo>
                  <a:lnTo>
                    <a:pt x="13970" y="13970"/>
                  </a:lnTo>
                  <a:close/>
                </a:path>
              </a:pathLst>
            </a:custGeom>
            <a:solidFill>
              <a:srgbClr val="898888"/>
            </a:solidFill>
          </p:spPr>
        </p:sp>
        <p:sp>
          <p:nvSpPr>
            <p:cNvPr id="54" name="Freeform 54"/>
            <p:cNvSpPr/>
            <p:nvPr/>
          </p:nvSpPr>
          <p:spPr>
            <a:xfrm>
              <a:off x="81280" y="904240"/>
              <a:ext cx="27940" cy="4422140"/>
            </a:xfrm>
            <a:custGeom>
              <a:avLst/>
              <a:gdLst/>
              <a:ahLst/>
              <a:cxnLst/>
              <a:rect l="l" t="t" r="r" b="b"/>
              <a:pathLst>
                <a:path w="27940" h="4422140">
                  <a:moveTo>
                    <a:pt x="12700" y="4409440"/>
                  </a:moveTo>
                  <a:lnTo>
                    <a:pt x="12700" y="8890"/>
                  </a:lnTo>
                  <a:lnTo>
                    <a:pt x="3810" y="0"/>
                  </a:lnTo>
                  <a:cubicBezTo>
                    <a:pt x="1270" y="2540"/>
                    <a:pt x="0" y="5080"/>
                    <a:pt x="0" y="8890"/>
                  </a:cubicBezTo>
                  <a:lnTo>
                    <a:pt x="0" y="4408170"/>
                  </a:lnTo>
                  <a:cubicBezTo>
                    <a:pt x="0" y="4415790"/>
                    <a:pt x="6350" y="4422140"/>
                    <a:pt x="13970" y="4422140"/>
                  </a:cubicBezTo>
                  <a:lnTo>
                    <a:pt x="27940" y="4422140"/>
                  </a:lnTo>
                  <a:cubicBezTo>
                    <a:pt x="19050" y="4422140"/>
                    <a:pt x="12700" y="4415790"/>
                    <a:pt x="12700" y="4409440"/>
                  </a:cubicBezTo>
                  <a:close/>
                </a:path>
              </a:pathLst>
            </a:custGeom>
            <a:solidFill>
              <a:srgbClr val="898888"/>
            </a:solidFill>
          </p:spPr>
        </p:sp>
        <p:sp>
          <p:nvSpPr>
            <p:cNvPr id="55" name="Freeform 55"/>
            <p:cNvSpPr/>
            <p:nvPr/>
          </p:nvSpPr>
          <p:spPr>
            <a:xfrm>
              <a:off x="238760" y="1108710"/>
              <a:ext cx="27940" cy="3270250"/>
            </a:xfrm>
            <a:custGeom>
              <a:avLst/>
              <a:gdLst/>
              <a:ahLst/>
              <a:cxnLst/>
              <a:rect l="l" t="t" r="r" b="b"/>
              <a:pathLst>
                <a:path w="27940" h="3270250">
                  <a:moveTo>
                    <a:pt x="12700" y="3256280"/>
                  </a:moveTo>
                  <a:lnTo>
                    <a:pt x="12700" y="7620"/>
                  </a:lnTo>
                  <a:lnTo>
                    <a:pt x="3810" y="0"/>
                  </a:lnTo>
                  <a:cubicBezTo>
                    <a:pt x="1270" y="2540"/>
                    <a:pt x="0" y="6350"/>
                    <a:pt x="0" y="10160"/>
                  </a:cubicBezTo>
                  <a:lnTo>
                    <a:pt x="0" y="3256280"/>
                  </a:lnTo>
                  <a:cubicBezTo>
                    <a:pt x="0" y="3263900"/>
                    <a:pt x="6350" y="3270250"/>
                    <a:pt x="13970" y="3270250"/>
                  </a:cubicBezTo>
                  <a:lnTo>
                    <a:pt x="27940" y="3270250"/>
                  </a:lnTo>
                  <a:cubicBezTo>
                    <a:pt x="19050" y="3270250"/>
                    <a:pt x="12700" y="3263900"/>
                    <a:pt x="12700" y="3256280"/>
                  </a:cubicBezTo>
                  <a:close/>
                </a:path>
              </a:pathLst>
            </a:custGeom>
            <a:solidFill>
              <a:srgbClr val="FFFFFF"/>
            </a:solidFill>
          </p:spPr>
        </p:sp>
        <p:sp>
          <p:nvSpPr>
            <p:cNvPr id="56" name="Freeform 56"/>
            <p:cNvSpPr/>
            <p:nvPr/>
          </p:nvSpPr>
          <p:spPr>
            <a:xfrm>
              <a:off x="0" y="0"/>
              <a:ext cx="0" cy="0"/>
            </a:xfrm>
            <a:custGeom>
              <a:avLst/>
              <a:gdLst/>
              <a:ahLst/>
              <a:cxnLst/>
              <a:rect l="l" t="t" r="r" b="b"/>
              <a:pathLst>
                <a:path/>
              </a:pathLst>
            </a:custGeom>
            <a:solidFill>
              <a:srgbClr val="FFFFFF"/>
            </a:solidFill>
          </p:spPr>
        </p:sp>
        <p:sp>
          <p:nvSpPr>
            <p:cNvPr id="57" name="Freeform 57"/>
            <p:cNvSpPr/>
            <p:nvPr/>
          </p:nvSpPr>
          <p:spPr>
            <a:xfrm>
              <a:off x="240030" y="4354830"/>
              <a:ext cx="3417570" cy="27940"/>
            </a:xfrm>
            <a:custGeom>
              <a:avLst/>
              <a:gdLst/>
              <a:ahLst/>
              <a:cxnLst/>
              <a:rect l="l" t="t" r="r" b="b"/>
              <a:pathLst>
                <a:path w="3417570" h="27940">
                  <a:moveTo>
                    <a:pt x="3411220" y="12700"/>
                  </a:moveTo>
                  <a:cubicBezTo>
                    <a:pt x="3409950" y="12700"/>
                    <a:pt x="3408680" y="13970"/>
                    <a:pt x="3407410" y="13970"/>
                  </a:cubicBezTo>
                  <a:lnTo>
                    <a:pt x="13970" y="13970"/>
                  </a:lnTo>
                  <a:cubicBezTo>
                    <a:pt x="6350" y="13970"/>
                    <a:pt x="0" y="7620"/>
                    <a:pt x="0" y="0"/>
                  </a:cubicBezTo>
                  <a:lnTo>
                    <a:pt x="0" y="13970"/>
                  </a:lnTo>
                  <a:cubicBezTo>
                    <a:pt x="0" y="21590"/>
                    <a:pt x="6350" y="27940"/>
                    <a:pt x="13970" y="27940"/>
                  </a:cubicBezTo>
                  <a:lnTo>
                    <a:pt x="3407410" y="27940"/>
                  </a:lnTo>
                  <a:cubicBezTo>
                    <a:pt x="3411220" y="27940"/>
                    <a:pt x="3415030" y="25400"/>
                    <a:pt x="3417570" y="22860"/>
                  </a:cubicBezTo>
                  <a:lnTo>
                    <a:pt x="3411220" y="12700"/>
                  </a:lnTo>
                  <a:close/>
                </a:path>
              </a:pathLst>
            </a:custGeom>
            <a:solidFill>
              <a:srgbClr val="FFFFFF"/>
            </a:solidFill>
          </p:spPr>
        </p:sp>
        <p:sp>
          <p:nvSpPr>
            <p:cNvPr id="58" name="Freeform 58"/>
            <p:cNvSpPr/>
            <p:nvPr/>
          </p:nvSpPr>
          <p:spPr>
            <a:xfrm>
              <a:off x="93980" y="909320"/>
              <a:ext cx="1270" cy="3810"/>
            </a:xfrm>
            <a:custGeom>
              <a:avLst/>
              <a:gdLst/>
              <a:ahLst/>
              <a:cxnLst/>
              <a:rect l="l" t="t" r="r" b="b"/>
              <a:pathLst>
                <a:path w="1270" h="3810">
                  <a:moveTo>
                    <a:pt x="0" y="3810"/>
                  </a:moveTo>
                  <a:lnTo>
                    <a:pt x="1270" y="0"/>
                  </a:lnTo>
                  <a:cubicBezTo>
                    <a:pt x="0" y="1270"/>
                    <a:pt x="0" y="2540"/>
                    <a:pt x="0" y="3810"/>
                  </a:cubicBezTo>
                  <a:close/>
                </a:path>
              </a:pathLst>
            </a:custGeom>
            <a:solidFill>
              <a:srgbClr val="FFFFFF"/>
            </a:solidFill>
          </p:spPr>
        </p:sp>
        <p:sp>
          <p:nvSpPr>
            <p:cNvPr id="59" name="Freeform 59"/>
            <p:cNvSpPr/>
            <p:nvPr/>
          </p:nvSpPr>
          <p:spPr>
            <a:xfrm>
              <a:off x="85090" y="899160"/>
              <a:ext cx="3806190" cy="27940"/>
            </a:xfrm>
            <a:custGeom>
              <a:avLst/>
              <a:gdLst/>
              <a:ahLst/>
              <a:cxnLst/>
              <a:rect l="l" t="t" r="r" b="b"/>
              <a:pathLst>
                <a:path w="3806190" h="27940">
                  <a:moveTo>
                    <a:pt x="3790950" y="0"/>
                  </a:moveTo>
                  <a:lnTo>
                    <a:pt x="10160" y="0"/>
                  </a:lnTo>
                  <a:cubicBezTo>
                    <a:pt x="6350" y="0"/>
                    <a:pt x="2540" y="2540"/>
                    <a:pt x="0" y="5080"/>
                  </a:cubicBezTo>
                  <a:lnTo>
                    <a:pt x="8890" y="13970"/>
                  </a:lnTo>
                  <a:lnTo>
                    <a:pt x="3792220" y="13970"/>
                  </a:lnTo>
                  <a:cubicBezTo>
                    <a:pt x="3799840" y="13970"/>
                    <a:pt x="3806190" y="20320"/>
                    <a:pt x="3806190" y="27940"/>
                  </a:cubicBezTo>
                  <a:lnTo>
                    <a:pt x="3806190" y="13970"/>
                  </a:lnTo>
                  <a:cubicBezTo>
                    <a:pt x="3804920" y="6350"/>
                    <a:pt x="3798570" y="0"/>
                    <a:pt x="3790950" y="0"/>
                  </a:cubicBezTo>
                  <a:close/>
                </a:path>
              </a:pathLst>
            </a:custGeom>
            <a:solidFill>
              <a:srgbClr val="FFFFFF"/>
            </a:solidFill>
          </p:spPr>
        </p:sp>
        <p:sp>
          <p:nvSpPr>
            <p:cNvPr id="60" name="Freeform 60"/>
            <p:cNvSpPr/>
            <p:nvPr/>
          </p:nvSpPr>
          <p:spPr>
            <a:xfrm>
              <a:off x="3869690" y="910590"/>
              <a:ext cx="20320" cy="4413250"/>
            </a:xfrm>
            <a:custGeom>
              <a:avLst/>
              <a:gdLst/>
              <a:ahLst/>
              <a:cxnLst/>
              <a:rect l="l" t="t" r="r" b="b"/>
              <a:pathLst>
                <a:path w="20320" h="4413250">
                  <a:moveTo>
                    <a:pt x="20320" y="4401820"/>
                  </a:moveTo>
                  <a:lnTo>
                    <a:pt x="20320" y="12700"/>
                  </a:lnTo>
                  <a:cubicBezTo>
                    <a:pt x="20320" y="12700"/>
                    <a:pt x="11430" y="5080"/>
                    <a:pt x="8890" y="2540"/>
                  </a:cubicBezTo>
                  <a:cubicBezTo>
                    <a:pt x="8890" y="2540"/>
                    <a:pt x="6350" y="0"/>
                    <a:pt x="0" y="0"/>
                  </a:cubicBezTo>
                  <a:lnTo>
                    <a:pt x="0" y="4403090"/>
                  </a:lnTo>
                  <a:lnTo>
                    <a:pt x="15240" y="4413250"/>
                  </a:lnTo>
                  <a:cubicBezTo>
                    <a:pt x="19050" y="4410710"/>
                    <a:pt x="20320" y="4406900"/>
                    <a:pt x="20320" y="4401820"/>
                  </a:cubicBezTo>
                  <a:close/>
                </a:path>
              </a:pathLst>
            </a:custGeom>
            <a:solidFill>
              <a:srgbClr val="FFFFFF"/>
            </a:solidFill>
          </p:spPr>
        </p:sp>
      </p:grpSp>
      <p:grpSp>
        <p:nvGrpSpPr>
          <p:cNvPr id="61" name="Group 61"/>
          <p:cNvGrpSpPr>
            <a:grpSpLocks noChangeAspect="1"/>
          </p:cNvGrpSpPr>
          <p:nvPr/>
        </p:nvGrpSpPr>
        <p:grpSpPr>
          <a:xfrm>
            <a:off x="7090789" y="2200681"/>
            <a:ext cx="4106422" cy="4809732"/>
            <a:chOff x="0" y="0"/>
            <a:chExt cx="4597400" cy="5384800"/>
          </a:xfrm>
        </p:grpSpPr>
        <p:sp>
          <p:nvSpPr>
            <p:cNvPr id="62" name="Freeform 62"/>
            <p:cNvSpPr/>
            <p:nvPr/>
          </p:nvSpPr>
          <p:spPr>
            <a:xfrm>
              <a:off x="350520" y="69850"/>
              <a:ext cx="4161790" cy="4737100"/>
            </a:xfrm>
            <a:custGeom>
              <a:avLst/>
              <a:gdLst/>
              <a:ahLst/>
              <a:cxnLst/>
              <a:rect l="l" t="t" r="r" b="b"/>
              <a:pathLst>
                <a:path w="4161790" h="4737100">
                  <a:moveTo>
                    <a:pt x="4149090" y="327660"/>
                  </a:moveTo>
                  <a:lnTo>
                    <a:pt x="398780" y="1270"/>
                  </a:lnTo>
                  <a:cubicBezTo>
                    <a:pt x="391160" y="0"/>
                    <a:pt x="384810" y="6350"/>
                    <a:pt x="383540" y="13970"/>
                  </a:cubicBezTo>
                  <a:lnTo>
                    <a:pt x="1270" y="4395470"/>
                  </a:lnTo>
                  <a:cubicBezTo>
                    <a:pt x="0" y="4403090"/>
                    <a:pt x="6350" y="4409440"/>
                    <a:pt x="13970" y="4409440"/>
                  </a:cubicBezTo>
                  <a:lnTo>
                    <a:pt x="3764280" y="4735830"/>
                  </a:lnTo>
                  <a:cubicBezTo>
                    <a:pt x="3771900" y="4737100"/>
                    <a:pt x="3778250" y="4730750"/>
                    <a:pt x="3779520" y="4723130"/>
                  </a:cubicBezTo>
                  <a:lnTo>
                    <a:pt x="4161790" y="341630"/>
                  </a:lnTo>
                  <a:cubicBezTo>
                    <a:pt x="4161790" y="335280"/>
                    <a:pt x="4156710" y="328930"/>
                    <a:pt x="4149090" y="327660"/>
                  </a:cubicBezTo>
                  <a:close/>
                  <a:moveTo>
                    <a:pt x="3934460" y="529590"/>
                  </a:moveTo>
                  <a:lnTo>
                    <a:pt x="3652520" y="3763010"/>
                  </a:lnTo>
                  <a:cubicBezTo>
                    <a:pt x="3651250" y="3770630"/>
                    <a:pt x="3644900" y="3775710"/>
                    <a:pt x="3638550" y="3775710"/>
                  </a:cubicBezTo>
                  <a:lnTo>
                    <a:pt x="269240" y="3482340"/>
                  </a:lnTo>
                  <a:cubicBezTo>
                    <a:pt x="261620" y="3481070"/>
                    <a:pt x="256540" y="3474720"/>
                    <a:pt x="256540" y="3468370"/>
                  </a:cubicBezTo>
                  <a:lnTo>
                    <a:pt x="538480" y="233680"/>
                  </a:lnTo>
                  <a:cubicBezTo>
                    <a:pt x="539750" y="226060"/>
                    <a:pt x="546100" y="220980"/>
                    <a:pt x="553720" y="220980"/>
                  </a:cubicBezTo>
                  <a:lnTo>
                    <a:pt x="3921760" y="514350"/>
                  </a:lnTo>
                  <a:cubicBezTo>
                    <a:pt x="3929380" y="515620"/>
                    <a:pt x="3934460" y="521970"/>
                    <a:pt x="3934460" y="529590"/>
                  </a:cubicBezTo>
                  <a:close/>
                </a:path>
              </a:pathLst>
            </a:custGeom>
            <a:solidFill>
              <a:srgbClr val="F2F1EB"/>
            </a:solidFill>
          </p:spPr>
        </p:sp>
        <p:sp>
          <p:nvSpPr>
            <p:cNvPr id="63" name="Freeform 63"/>
            <p:cNvSpPr/>
            <p:nvPr/>
          </p:nvSpPr>
          <p:spPr>
            <a:xfrm>
              <a:off x="605790" y="289560"/>
              <a:ext cx="3679190" cy="3557270"/>
            </a:xfrm>
            <a:custGeom>
              <a:avLst/>
              <a:gdLst/>
              <a:ahLst/>
              <a:cxnLst/>
              <a:rect l="l" t="t" r="r" b="b"/>
              <a:pathLst>
                <a:path w="3679190" h="3557270">
                  <a:moveTo>
                    <a:pt x="3666490" y="294640"/>
                  </a:moveTo>
                  <a:lnTo>
                    <a:pt x="297180" y="1270"/>
                  </a:lnTo>
                  <a:cubicBezTo>
                    <a:pt x="289560" y="0"/>
                    <a:pt x="283210" y="6350"/>
                    <a:pt x="281940" y="13970"/>
                  </a:cubicBezTo>
                  <a:lnTo>
                    <a:pt x="1270" y="3247390"/>
                  </a:lnTo>
                  <a:cubicBezTo>
                    <a:pt x="0" y="3255010"/>
                    <a:pt x="6350" y="3261360"/>
                    <a:pt x="13970" y="3262630"/>
                  </a:cubicBezTo>
                  <a:lnTo>
                    <a:pt x="3382010" y="3556000"/>
                  </a:lnTo>
                  <a:cubicBezTo>
                    <a:pt x="3389630" y="3557270"/>
                    <a:pt x="3395980" y="3550920"/>
                    <a:pt x="3397250" y="3543300"/>
                  </a:cubicBezTo>
                  <a:lnTo>
                    <a:pt x="3679190" y="309880"/>
                  </a:lnTo>
                  <a:cubicBezTo>
                    <a:pt x="3679190" y="302260"/>
                    <a:pt x="3674110" y="295910"/>
                    <a:pt x="3666490" y="294640"/>
                  </a:cubicBezTo>
                  <a:close/>
                </a:path>
              </a:pathLst>
            </a:custGeom>
            <a:blipFill>
              <a:blip r:embed="rId18"/>
              <a:stretch>
                <a:fillRect t="-27644" b="-27644"/>
              </a:stretch>
            </a:blipFill>
          </p:spPr>
        </p:sp>
        <p:sp>
          <p:nvSpPr>
            <p:cNvPr id="64" name="Freeform 64"/>
            <p:cNvSpPr/>
            <p:nvPr/>
          </p:nvSpPr>
          <p:spPr>
            <a:xfrm>
              <a:off x="877570" y="289560"/>
              <a:ext cx="3407410" cy="3554730"/>
            </a:xfrm>
            <a:custGeom>
              <a:avLst/>
              <a:gdLst/>
              <a:ahLst/>
              <a:cxnLst/>
              <a:rect l="l" t="t" r="r" b="b"/>
              <a:pathLst>
                <a:path w="3407410" h="3554730">
                  <a:moveTo>
                    <a:pt x="3407410" y="304800"/>
                  </a:moveTo>
                  <a:cubicBezTo>
                    <a:pt x="3407410" y="304800"/>
                    <a:pt x="3406140" y="297180"/>
                    <a:pt x="3395980" y="294640"/>
                  </a:cubicBezTo>
                  <a:lnTo>
                    <a:pt x="3394710" y="294640"/>
                  </a:lnTo>
                  <a:lnTo>
                    <a:pt x="3383280" y="293370"/>
                  </a:lnTo>
                  <a:lnTo>
                    <a:pt x="15240" y="0"/>
                  </a:lnTo>
                  <a:cubicBezTo>
                    <a:pt x="8890" y="0"/>
                    <a:pt x="1270" y="1270"/>
                    <a:pt x="0" y="8890"/>
                  </a:cubicBezTo>
                  <a:lnTo>
                    <a:pt x="1270" y="15240"/>
                  </a:lnTo>
                  <a:cubicBezTo>
                    <a:pt x="3810" y="12700"/>
                    <a:pt x="8890" y="10160"/>
                    <a:pt x="13970" y="10160"/>
                  </a:cubicBezTo>
                  <a:lnTo>
                    <a:pt x="3393440" y="304800"/>
                  </a:lnTo>
                  <a:lnTo>
                    <a:pt x="3398520" y="304800"/>
                  </a:lnTo>
                  <a:lnTo>
                    <a:pt x="3116580" y="3543300"/>
                  </a:lnTo>
                  <a:cubicBezTo>
                    <a:pt x="3116580" y="3548380"/>
                    <a:pt x="3114040" y="3552190"/>
                    <a:pt x="3110230" y="3554730"/>
                  </a:cubicBezTo>
                  <a:lnTo>
                    <a:pt x="3114040" y="3554730"/>
                  </a:lnTo>
                  <a:cubicBezTo>
                    <a:pt x="3120390" y="3554730"/>
                    <a:pt x="3126740" y="3550920"/>
                    <a:pt x="3126740" y="3544570"/>
                  </a:cubicBezTo>
                  <a:lnTo>
                    <a:pt x="3407410" y="304800"/>
                  </a:lnTo>
                  <a:close/>
                </a:path>
              </a:pathLst>
            </a:custGeom>
            <a:solidFill>
              <a:srgbClr val="898888"/>
            </a:solidFill>
          </p:spPr>
        </p:sp>
        <p:sp>
          <p:nvSpPr>
            <p:cNvPr id="65" name="Freeform 65"/>
            <p:cNvSpPr/>
            <p:nvPr/>
          </p:nvSpPr>
          <p:spPr>
            <a:xfrm>
              <a:off x="353060" y="4452620"/>
              <a:ext cx="3789680" cy="356870"/>
            </a:xfrm>
            <a:custGeom>
              <a:avLst/>
              <a:gdLst/>
              <a:ahLst/>
              <a:cxnLst/>
              <a:rect l="l" t="t" r="r" b="b"/>
              <a:pathLst>
                <a:path w="3789680" h="356870">
                  <a:moveTo>
                    <a:pt x="15240" y="15240"/>
                  </a:moveTo>
                  <a:cubicBezTo>
                    <a:pt x="7620" y="13970"/>
                    <a:pt x="2540" y="7620"/>
                    <a:pt x="2540" y="0"/>
                  </a:cubicBezTo>
                  <a:lnTo>
                    <a:pt x="1270" y="13970"/>
                  </a:lnTo>
                  <a:cubicBezTo>
                    <a:pt x="0" y="21590"/>
                    <a:pt x="6350" y="27940"/>
                    <a:pt x="13970" y="29210"/>
                  </a:cubicBezTo>
                  <a:lnTo>
                    <a:pt x="3780790" y="356870"/>
                  </a:lnTo>
                  <a:cubicBezTo>
                    <a:pt x="3784600" y="356870"/>
                    <a:pt x="3787140" y="355600"/>
                    <a:pt x="3789680" y="354330"/>
                  </a:cubicBezTo>
                  <a:lnTo>
                    <a:pt x="3775710" y="342900"/>
                  </a:lnTo>
                  <a:lnTo>
                    <a:pt x="15240" y="15240"/>
                  </a:lnTo>
                  <a:close/>
                </a:path>
              </a:pathLst>
            </a:custGeom>
            <a:solidFill>
              <a:srgbClr val="898888"/>
            </a:solidFill>
          </p:spPr>
        </p:sp>
        <p:sp>
          <p:nvSpPr>
            <p:cNvPr id="66" name="Freeform 66"/>
            <p:cNvSpPr/>
            <p:nvPr/>
          </p:nvSpPr>
          <p:spPr>
            <a:xfrm>
              <a:off x="353060" y="74930"/>
              <a:ext cx="396240" cy="4408170"/>
            </a:xfrm>
            <a:custGeom>
              <a:avLst/>
              <a:gdLst/>
              <a:ahLst/>
              <a:cxnLst/>
              <a:rect l="l" t="t" r="r" b="b"/>
              <a:pathLst>
                <a:path w="396240" h="4408170">
                  <a:moveTo>
                    <a:pt x="13970" y="4392930"/>
                  </a:moveTo>
                  <a:lnTo>
                    <a:pt x="396240" y="8890"/>
                  </a:lnTo>
                  <a:lnTo>
                    <a:pt x="387350" y="0"/>
                  </a:lnTo>
                  <a:cubicBezTo>
                    <a:pt x="384810" y="1270"/>
                    <a:pt x="383540" y="5080"/>
                    <a:pt x="382270" y="8890"/>
                  </a:cubicBezTo>
                  <a:lnTo>
                    <a:pt x="1270" y="4391660"/>
                  </a:lnTo>
                  <a:cubicBezTo>
                    <a:pt x="0" y="4399280"/>
                    <a:pt x="6350" y="4405630"/>
                    <a:pt x="13970" y="4406900"/>
                  </a:cubicBezTo>
                  <a:lnTo>
                    <a:pt x="27940" y="4408170"/>
                  </a:lnTo>
                  <a:cubicBezTo>
                    <a:pt x="19050" y="4406900"/>
                    <a:pt x="13970" y="4400550"/>
                    <a:pt x="13970" y="4392930"/>
                  </a:cubicBezTo>
                  <a:close/>
                </a:path>
              </a:pathLst>
            </a:custGeom>
            <a:solidFill>
              <a:srgbClr val="898888"/>
            </a:solidFill>
          </p:spPr>
        </p:sp>
        <p:sp>
          <p:nvSpPr>
            <p:cNvPr id="67" name="Freeform 67"/>
            <p:cNvSpPr/>
            <p:nvPr/>
          </p:nvSpPr>
          <p:spPr>
            <a:xfrm>
              <a:off x="591820" y="292100"/>
              <a:ext cx="297180" cy="3260090"/>
            </a:xfrm>
            <a:custGeom>
              <a:avLst/>
              <a:gdLst/>
              <a:ahLst/>
              <a:cxnLst/>
              <a:rect l="l" t="t" r="r" b="b"/>
              <a:pathLst>
                <a:path w="297180" h="3260090">
                  <a:moveTo>
                    <a:pt x="15240" y="3244850"/>
                  </a:moveTo>
                  <a:lnTo>
                    <a:pt x="297180" y="11430"/>
                  </a:lnTo>
                  <a:lnTo>
                    <a:pt x="297180" y="8890"/>
                  </a:lnTo>
                  <a:lnTo>
                    <a:pt x="288290" y="0"/>
                  </a:lnTo>
                  <a:cubicBezTo>
                    <a:pt x="285750" y="2540"/>
                    <a:pt x="283210" y="5080"/>
                    <a:pt x="283210" y="10160"/>
                  </a:cubicBezTo>
                  <a:lnTo>
                    <a:pt x="1270" y="3243580"/>
                  </a:lnTo>
                  <a:cubicBezTo>
                    <a:pt x="0" y="3251200"/>
                    <a:pt x="6350" y="3257550"/>
                    <a:pt x="13970" y="3258820"/>
                  </a:cubicBezTo>
                  <a:lnTo>
                    <a:pt x="27940" y="3260090"/>
                  </a:lnTo>
                  <a:cubicBezTo>
                    <a:pt x="20320" y="3258820"/>
                    <a:pt x="13970" y="3252470"/>
                    <a:pt x="15240" y="3244850"/>
                  </a:cubicBezTo>
                  <a:close/>
                </a:path>
              </a:pathLst>
            </a:custGeom>
            <a:solidFill>
              <a:srgbClr val="FFFFFF"/>
            </a:solidFill>
          </p:spPr>
        </p:sp>
        <p:sp>
          <p:nvSpPr>
            <p:cNvPr id="68" name="Freeform 68"/>
            <p:cNvSpPr/>
            <p:nvPr/>
          </p:nvSpPr>
          <p:spPr>
            <a:xfrm>
              <a:off x="0" y="0"/>
              <a:ext cx="0" cy="0"/>
            </a:xfrm>
            <a:custGeom>
              <a:avLst/>
              <a:gdLst/>
              <a:ahLst/>
              <a:cxnLst/>
              <a:rect l="l" t="t" r="r" b="b"/>
              <a:pathLst>
                <a:path/>
              </a:pathLst>
            </a:custGeom>
            <a:solidFill>
              <a:srgbClr val="FFFFFF"/>
            </a:solidFill>
          </p:spPr>
        </p:sp>
        <p:sp>
          <p:nvSpPr>
            <p:cNvPr id="69" name="Freeform 69"/>
            <p:cNvSpPr/>
            <p:nvPr/>
          </p:nvSpPr>
          <p:spPr>
            <a:xfrm>
              <a:off x="593090" y="3526790"/>
              <a:ext cx="3404870" cy="322580"/>
            </a:xfrm>
            <a:custGeom>
              <a:avLst/>
              <a:gdLst/>
              <a:ahLst/>
              <a:cxnLst/>
              <a:rect l="l" t="t" r="r" b="b"/>
              <a:pathLst>
                <a:path w="3404870" h="322580">
                  <a:moveTo>
                    <a:pt x="3399790" y="308610"/>
                  </a:moveTo>
                  <a:lnTo>
                    <a:pt x="3395980" y="308610"/>
                  </a:lnTo>
                  <a:lnTo>
                    <a:pt x="15240" y="13970"/>
                  </a:lnTo>
                  <a:cubicBezTo>
                    <a:pt x="7620" y="12700"/>
                    <a:pt x="2540" y="6350"/>
                    <a:pt x="2540" y="0"/>
                  </a:cubicBezTo>
                  <a:lnTo>
                    <a:pt x="1270" y="13970"/>
                  </a:lnTo>
                  <a:cubicBezTo>
                    <a:pt x="0" y="21590"/>
                    <a:pt x="6350" y="27940"/>
                    <a:pt x="13970" y="29210"/>
                  </a:cubicBezTo>
                  <a:lnTo>
                    <a:pt x="3394710" y="322580"/>
                  </a:lnTo>
                  <a:cubicBezTo>
                    <a:pt x="3398520" y="322580"/>
                    <a:pt x="3402330" y="321310"/>
                    <a:pt x="3404870" y="318770"/>
                  </a:cubicBezTo>
                  <a:lnTo>
                    <a:pt x="3399790" y="308610"/>
                  </a:lnTo>
                  <a:close/>
                </a:path>
              </a:pathLst>
            </a:custGeom>
            <a:solidFill>
              <a:srgbClr val="FFFFFF"/>
            </a:solidFill>
          </p:spPr>
        </p:sp>
        <p:sp>
          <p:nvSpPr>
            <p:cNvPr id="70" name="Freeform 70"/>
            <p:cNvSpPr/>
            <p:nvPr/>
          </p:nvSpPr>
          <p:spPr>
            <a:xfrm>
              <a:off x="749300" y="80010"/>
              <a:ext cx="1270" cy="3810"/>
            </a:xfrm>
            <a:custGeom>
              <a:avLst/>
              <a:gdLst/>
              <a:ahLst/>
              <a:cxnLst/>
              <a:rect l="l" t="t" r="r" b="b"/>
              <a:pathLst>
                <a:path w="1270" h="3810">
                  <a:moveTo>
                    <a:pt x="0" y="3810"/>
                  </a:moveTo>
                  <a:lnTo>
                    <a:pt x="1270" y="0"/>
                  </a:lnTo>
                  <a:cubicBezTo>
                    <a:pt x="0" y="1270"/>
                    <a:pt x="0" y="2540"/>
                    <a:pt x="0" y="3810"/>
                  </a:cubicBezTo>
                  <a:close/>
                </a:path>
              </a:pathLst>
            </a:custGeom>
            <a:solidFill>
              <a:srgbClr val="FFFFFF"/>
            </a:solidFill>
          </p:spPr>
        </p:sp>
        <p:sp>
          <p:nvSpPr>
            <p:cNvPr id="71" name="Freeform 71"/>
            <p:cNvSpPr/>
            <p:nvPr/>
          </p:nvSpPr>
          <p:spPr>
            <a:xfrm>
              <a:off x="741680" y="71120"/>
              <a:ext cx="3789680" cy="355600"/>
            </a:xfrm>
            <a:custGeom>
              <a:avLst/>
              <a:gdLst/>
              <a:ahLst/>
              <a:cxnLst/>
              <a:rect l="l" t="t" r="r" b="b"/>
              <a:pathLst>
                <a:path w="3789680" h="355600">
                  <a:moveTo>
                    <a:pt x="3776980" y="327660"/>
                  </a:moveTo>
                  <a:lnTo>
                    <a:pt x="22860" y="1270"/>
                  </a:lnTo>
                  <a:lnTo>
                    <a:pt x="10160" y="0"/>
                  </a:lnTo>
                  <a:cubicBezTo>
                    <a:pt x="6350" y="0"/>
                    <a:pt x="2540" y="1270"/>
                    <a:pt x="0" y="3810"/>
                  </a:cubicBezTo>
                  <a:lnTo>
                    <a:pt x="7620" y="12700"/>
                  </a:lnTo>
                  <a:lnTo>
                    <a:pt x="8890" y="12700"/>
                  </a:lnTo>
                  <a:lnTo>
                    <a:pt x="3775710" y="340360"/>
                  </a:lnTo>
                  <a:cubicBezTo>
                    <a:pt x="3783330" y="341630"/>
                    <a:pt x="3788410" y="347980"/>
                    <a:pt x="3788410" y="355600"/>
                  </a:cubicBezTo>
                  <a:lnTo>
                    <a:pt x="3789680" y="341630"/>
                  </a:lnTo>
                  <a:cubicBezTo>
                    <a:pt x="3789680" y="335280"/>
                    <a:pt x="3784600" y="328930"/>
                    <a:pt x="3776980" y="327660"/>
                  </a:cubicBezTo>
                  <a:close/>
                </a:path>
              </a:pathLst>
            </a:custGeom>
            <a:solidFill>
              <a:srgbClr val="FFFFFF"/>
            </a:solidFill>
          </p:spPr>
        </p:sp>
        <p:sp>
          <p:nvSpPr>
            <p:cNvPr id="72" name="Freeform 72"/>
            <p:cNvSpPr/>
            <p:nvPr/>
          </p:nvSpPr>
          <p:spPr>
            <a:xfrm>
              <a:off x="4130040" y="408940"/>
              <a:ext cx="400050" cy="4396740"/>
            </a:xfrm>
            <a:custGeom>
              <a:avLst/>
              <a:gdLst/>
              <a:ahLst/>
              <a:cxnLst/>
              <a:rect l="l" t="t" r="r" b="b"/>
              <a:pathLst>
                <a:path w="400050" h="4396740">
                  <a:moveTo>
                    <a:pt x="19050" y="4387850"/>
                  </a:moveTo>
                  <a:lnTo>
                    <a:pt x="400050" y="13970"/>
                  </a:lnTo>
                  <a:cubicBezTo>
                    <a:pt x="400050" y="13970"/>
                    <a:pt x="392430" y="5080"/>
                    <a:pt x="389890" y="2540"/>
                  </a:cubicBezTo>
                  <a:cubicBezTo>
                    <a:pt x="389890" y="2540"/>
                    <a:pt x="387350" y="0"/>
                    <a:pt x="382270" y="0"/>
                  </a:cubicBezTo>
                  <a:lnTo>
                    <a:pt x="0" y="4385310"/>
                  </a:lnTo>
                  <a:lnTo>
                    <a:pt x="13970" y="4396740"/>
                  </a:lnTo>
                  <a:cubicBezTo>
                    <a:pt x="16510" y="4395470"/>
                    <a:pt x="19050" y="4391660"/>
                    <a:pt x="19050" y="4387850"/>
                  </a:cubicBezTo>
                  <a:close/>
                </a:path>
              </a:pathLst>
            </a:custGeom>
            <a:solidFill>
              <a:srgbClr val="FFFFFF"/>
            </a:solidFill>
          </p:spPr>
        </p:sp>
        <p:sp>
          <p:nvSpPr>
            <p:cNvPr id="73" name="Freeform 73"/>
            <p:cNvSpPr/>
            <p:nvPr/>
          </p:nvSpPr>
          <p:spPr>
            <a:xfrm>
              <a:off x="78740" y="900430"/>
              <a:ext cx="3792220" cy="4425950"/>
            </a:xfrm>
            <a:custGeom>
              <a:avLst/>
              <a:gdLst/>
              <a:ahLst/>
              <a:cxnLst/>
              <a:rect l="l" t="t" r="r" b="b"/>
              <a:pathLst>
                <a:path w="3792220" h="4425950">
                  <a:moveTo>
                    <a:pt x="3778250" y="0"/>
                  </a:moveTo>
                  <a:lnTo>
                    <a:pt x="13970" y="0"/>
                  </a:lnTo>
                  <a:cubicBezTo>
                    <a:pt x="6350" y="0"/>
                    <a:pt x="0" y="6350"/>
                    <a:pt x="0" y="13970"/>
                  </a:cubicBezTo>
                  <a:lnTo>
                    <a:pt x="0" y="4411980"/>
                  </a:lnTo>
                  <a:cubicBezTo>
                    <a:pt x="0" y="4419600"/>
                    <a:pt x="6350" y="4425950"/>
                    <a:pt x="13970" y="4425950"/>
                  </a:cubicBezTo>
                  <a:lnTo>
                    <a:pt x="3778250" y="4425950"/>
                  </a:lnTo>
                  <a:cubicBezTo>
                    <a:pt x="3785870" y="4425950"/>
                    <a:pt x="3792220" y="4419600"/>
                    <a:pt x="3792220" y="4411980"/>
                  </a:cubicBezTo>
                  <a:lnTo>
                    <a:pt x="3792220" y="12700"/>
                  </a:lnTo>
                  <a:cubicBezTo>
                    <a:pt x="3792220" y="5080"/>
                    <a:pt x="3785870" y="0"/>
                    <a:pt x="3778250" y="0"/>
                  </a:cubicBezTo>
                  <a:close/>
                  <a:moveTo>
                    <a:pt x="3582670" y="218440"/>
                  </a:moveTo>
                  <a:lnTo>
                    <a:pt x="3582670" y="3464560"/>
                  </a:lnTo>
                  <a:cubicBezTo>
                    <a:pt x="3582670" y="3472180"/>
                    <a:pt x="3576320" y="3478530"/>
                    <a:pt x="3568700" y="3478530"/>
                  </a:cubicBezTo>
                  <a:lnTo>
                    <a:pt x="186690" y="3478530"/>
                  </a:lnTo>
                  <a:cubicBezTo>
                    <a:pt x="179070" y="3478530"/>
                    <a:pt x="172720" y="3472180"/>
                    <a:pt x="172720" y="3464560"/>
                  </a:cubicBezTo>
                  <a:lnTo>
                    <a:pt x="172720" y="218440"/>
                  </a:lnTo>
                  <a:cubicBezTo>
                    <a:pt x="172720" y="210820"/>
                    <a:pt x="179070" y="204470"/>
                    <a:pt x="186690" y="204470"/>
                  </a:cubicBezTo>
                  <a:lnTo>
                    <a:pt x="3568700" y="204470"/>
                  </a:lnTo>
                  <a:cubicBezTo>
                    <a:pt x="3576320" y="204470"/>
                    <a:pt x="3582670" y="210820"/>
                    <a:pt x="3582670" y="218440"/>
                  </a:cubicBezTo>
                  <a:close/>
                </a:path>
              </a:pathLst>
            </a:custGeom>
            <a:solidFill>
              <a:srgbClr val="F2F1EB"/>
            </a:solidFill>
          </p:spPr>
        </p:sp>
        <p:sp>
          <p:nvSpPr>
            <p:cNvPr id="74" name="Freeform 74"/>
            <p:cNvSpPr/>
            <p:nvPr/>
          </p:nvSpPr>
          <p:spPr>
            <a:xfrm>
              <a:off x="251460" y="1104900"/>
              <a:ext cx="3409950" cy="3274060"/>
            </a:xfrm>
            <a:custGeom>
              <a:avLst/>
              <a:gdLst/>
              <a:ahLst/>
              <a:cxnLst/>
              <a:rect l="l" t="t" r="r" b="b"/>
              <a:pathLst>
                <a:path w="3409950" h="3274060">
                  <a:moveTo>
                    <a:pt x="3395980" y="0"/>
                  </a:moveTo>
                  <a:lnTo>
                    <a:pt x="13970" y="0"/>
                  </a:lnTo>
                  <a:cubicBezTo>
                    <a:pt x="6350" y="0"/>
                    <a:pt x="0" y="6350"/>
                    <a:pt x="0" y="13970"/>
                  </a:cubicBezTo>
                  <a:lnTo>
                    <a:pt x="0" y="3260090"/>
                  </a:lnTo>
                  <a:cubicBezTo>
                    <a:pt x="0" y="3267710"/>
                    <a:pt x="6350" y="3274060"/>
                    <a:pt x="13970" y="3274060"/>
                  </a:cubicBezTo>
                  <a:lnTo>
                    <a:pt x="3395980" y="3274060"/>
                  </a:lnTo>
                  <a:cubicBezTo>
                    <a:pt x="3403600" y="3274060"/>
                    <a:pt x="3409950" y="3267710"/>
                    <a:pt x="3409950" y="3260090"/>
                  </a:cubicBezTo>
                  <a:lnTo>
                    <a:pt x="3409950" y="13970"/>
                  </a:lnTo>
                  <a:cubicBezTo>
                    <a:pt x="3409950" y="6350"/>
                    <a:pt x="3403600" y="0"/>
                    <a:pt x="3395980" y="0"/>
                  </a:cubicBezTo>
                  <a:close/>
                </a:path>
              </a:pathLst>
            </a:custGeom>
            <a:blipFill>
              <a:blip r:embed="rId18"/>
              <a:stretch>
                <a:fillRect t="-28161" b="-28161"/>
              </a:stretch>
            </a:blipFill>
          </p:spPr>
        </p:sp>
        <p:sp>
          <p:nvSpPr>
            <p:cNvPr id="75" name="Freeform 75"/>
            <p:cNvSpPr/>
            <p:nvPr/>
          </p:nvSpPr>
          <p:spPr>
            <a:xfrm>
              <a:off x="240030" y="1106170"/>
              <a:ext cx="3421380" cy="3274060"/>
            </a:xfrm>
            <a:custGeom>
              <a:avLst/>
              <a:gdLst/>
              <a:ahLst/>
              <a:cxnLst/>
              <a:rect l="l" t="t" r="r" b="b"/>
              <a:pathLst>
                <a:path w="3421380" h="3274060">
                  <a:moveTo>
                    <a:pt x="3421380" y="8890"/>
                  </a:moveTo>
                  <a:cubicBezTo>
                    <a:pt x="3421380" y="8890"/>
                    <a:pt x="3418840" y="1270"/>
                    <a:pt x="3408680" y="0"/>
                  </a:cubicBezTo>
                  <a:lnTo>
                    <a:pt x="13970" y="0"/>
                  </a:lnTo>
                  <a:cubicBezTo>
                    <a:pt x="7620" y="0"/>
                    <a:pt x="0" y="2540"/>
                    <a:pt x="0" y="10160"/>
                  </a:cubicBezTo>
                  <a:lnTo>
                    <a:pt x="2540" y="16510"/>
                  </a:lnTo>
                  <a:cubicBezTo>
                    <a:pt x="5080" y="12700"/>
                    <a:pt x="10160" y="11430"/>
                    <a:pt x="13970" y="11430"/>
                  </a:cubicBezTo>
                  <a:lnTo>
                    <a:pt x="3411220" y="11430"/>
                  </a:lnTo>
                  <a:lnTo>
                    <a:pt x="3411220" y="3262630"/>
                  </a:lnTo>
                  <a:cubicBezTo>
                    <a:pt x="3411220" y="3267710"/>
                    <a:pt x="3408680" y="3271520"/>
                    <a:pt x="3406140" y="3274060"/>
                  </a:cubicBezTo>
                  <a:lnTo>
                    <a:pt x="3409950" y="3274060"/>
                  </a:lnTo>
                  <a:cubicBezTo>
                    <a:pt x="3416300" y="3274060"/>
                    <a:pt x="3421380" y="3268980"/>
                    <a:pt x="3421380" y="3262630"/>
                  </a:cubicBezTo>
                  <a:lnTo>
                    <a:pt x="3421380" y="8890"/>
                  </a:lnTo>
                  <a:close/>
                </a:path>
              </a:pathLst>
            </a:custGeom>
            <a:solidFill>
              <a:srgbClr val="898888"/>
            </a:solidFill>
          </p:spPr>
        </p:sp>
        <p:sp>
          <p:nvSpPr>
            <p:cNvPr id="76" name="Freeform 76"/>
            <p:cNvSpPr/>
            <p:nvPr/>
          </p:nvSpPr>
          <p:spPr>
            <a:xfrm>
              <a:off x="81280" y="5299710"/>
              <a:ext cx="3804920" cy="27940"/>
            </a:xfrm>
            <a:custGeom>
              <a:avLst/>
              <a:gdLst/>
              <a:ahLst/>
              <a:cxnLst/>
              <a:rect l="l" t="t" r="r" b="b"/>
              <a:pathLst>
                <a:path w="3804920" h="27940">
                  <a:moveTo>
                    <a:pt x="13970" y="13970"/>
                  </a:moveTo>
                  <a:cubicBezTo>
                    <a:pt x="6350" y="13970"/>
                    <a:pt x="0" y="7620"/>
                    <a:pt x="0" y="0"/>
                  </a:cubicBezTo>
                  <a:lnTo>
                    <a:pt x="0" y="13970"/>
                  </a:lnTo>
                  <a:cubicBezTo>
                    <a:pt x="0" y="21590"/>
                    <a:pt x="6350" y="27940"/>
                    <a:pt x="13970" y="27940"/>
                  </a:cubicBezTo>
                  <a:lnTo>
                    <a:pt x="3796030" y="27940"/>
                  </a:lnTo>
                  <a:cubicBezTo>
                    <a:pt x="3799840" y="27940"/>
                    <a:pt x="3802380" y="26670"/>
                    <a:pt x="3804920" y="24130"/>
                  </a:cubicBezTo>
                  <a:lnTo>
                    <a:pt x="3790950" y="13970"/>
                  </a:lnTo>
                  <a:lnTo>
                    <a:pt x="13970" y="13970"/>
                  </a:lnTo>
                  <a:close/>
                </a:path>
              </a:pathLst>
            </a:custGeom>
            <a:solidFill>
              <a:srgbClr val="898888"/>
            </a:solidFill>
          </p:spPr>
        </p:sp>
        <p:sp>
          <p:nvSpPr>
            <p:cNvPr id="77" name="Freeform 77"/>
            <p:cNvSpPr/>
            <p:nvPr/>
          </p:nvSpPr>
          <p:spPr>
            <a:xfrm>
              <a:off x="81280" y="904240"/>
              <a:ext cx="27940" cy="4422140"/>
            </a:xfrm>
            <a:custGeom>
              <a:avLst/>
              <a:gdLst/>
              <a:ahLst/>
              <a:cxnLst/>
              <a:rect l="l" t="t" r="r" b="b"/>
              <a:pathLst>
                <a:path w="27940" h="4422140">
                  <a:moveTo>
                    <a:pt x="12700" y="4409440"/>
                  </a:moveTo>
                  <a:lnTo>
                    <a:pt x="12700" y="8890"/>
                  </a:lnTo>
                  <a:lnTo>
                    <a:pt x="3810" y="0"/>
                  </a:lnTo>
                  <a:cubicBezTo>
                    <a:pt x="1270" y="2540"/>
                    <a:pt x="0" y="5080"/>
                    <a:pt x="0" y="8890"/>
                  </a:cubicBezTo>
                  <a:lnTo>
                    <a:pt x="0" y="4408170"/>
                  </a:lnTo>
                  <a:cubicBezTo>
                    <a:pt x="0" y="4415790"/>
                    <a:pt x="6350" y="4422140"/>
                    <a:pt x="13970" y="4422140"/>
                  </a:cubicBezTo>
                  <a:lnTo>
                    <a:pt x="27940" y="4422140"/>
                  </a:lnTo>
                  <a:cubicBezTo>
                    <a:pt x="19050" y="4422140"/>
                    <a:pt x="12700" y="4415790"/>
                    <a:pt x="12700" y="4409440"/>
                  </a:cubicBezTo>
                  <a:close/>
                </a:path>
              </a:pathLst>
            </a:custGeom>
            <a:solidFill>
              <a:srgbClr val="898888"/>
            </a:solidFill>
          </p:spPr>
        </p:sp>
        <p:sp>
          <p:nvSpPr>
            <p:cNvPr id="78" name="Freeform 78"/>
            <p:cNvSpPr/>
            <p:nvPr/>
          </p:nvSpPr>
          <p:spPr>
            <a:xfrm>
              <a:off x="238760" y="1108710"/>
              <a:ext cx="27940" cy="3270250"/>
            </a:xfrm>
            <a:custGeom>
              <a:avLst/>
              <a:gdLst/>
              <a:ahLst/>
              <a:cxnLst/>
              <a:rect l="l" t="t" r="r" b="b"/>
              <a:pathLst>
                <a:path w="27940" h="3270250">
                  <a:moveTo>
                    <a:pt x="12700" y="3256280"/>
                  </a:moveTo>
                  <a:lnTo>
                    <a:pt x="12700" y="7620"/>
                  </a:lnTo>
                  <a:lnTo>
                    <a:pt x="3810" y="0"/>
                  </a:lnTo>
                  <a:cubicBezTo>
                    <a:pt x="1270" y="2540"/>
                    <a:pt x="0" y="6350"/>
                    <a:pt x="0" y="10160"/>
                  </a:cubicBezTo>
                  <a:lnTo>
                    <a:pt x="0" y="3256280"/>
                  </a:lnTo>
                  <a:cubicBezTo>
                    <a:pt x="0" y="3263900"/>
                    <a:pt x="6350" y="3270250"/>
                    <a:pt x="13970" y="3270250"/>
                  </a:cubicBezTo>
                  <a:lnTo>
                    <a:pt x="27940" y="3270250"/>
                  </a:lnTo>
                  <a:cubicBezTo>
                    <a:pt x="19050" y="3270250"/>
                    <a:pt x="12700" y="3263900"/>
                    <a:pt x="12700" y="3256280"/>
                  </a:cubicBezTo>
                  <a:close/>
                </a:path>
              </a:pathLst>
            </a:custGeom>
            <a:solidFill>
              <a:srgbClr val="FFFFFF"/>
            </a:solidFill>
          </p:spPr>
        </p:sp>
        <p:sp>
          <p:nvSpPr>
            <p:cNvPr id="79" name="Freeform 79"/>
            <p:cNvSpPr/>
            <p:nvPr/>
          </p:nvSpPr>
          <p:spPr>
            <a:xfrm>
              <a:off x="0" y="0"/>
              <a:ext cx="0" cy="0"/>
            </a:xfrm>
            <a:custGeom>
              <a:avLst/>
              <a:gdLst/>
              <a:ahLst/>
              <a:cxnLst/>
              <a:rect l="l" t="t" r="r" b="b"/>
              <a:pathLst>
                <a:path/>
              </a:pathLst>
            </a:custGeom>
            <a:solidFill>
              <a:srgbClr val="FFFFFF"/>
            </a:solidFill>
          </p:spPr>
        </p:sp>
        <p:sp>
          <p:nvSpPr>
            <p:cNvPr id="80" name="Freeform 80"/>
            <p:cNvSpPr/>
            <p:nvPr/>
          </p:nvSpPr>
          <p:spPr>
            <a:xfrm>
              <a:off x="240030" y="4354830"/>
              <a:ext cx="3417570" cy="27940"/>
            </a:xfrm>
            <a:custGeom>
              <a:avLst/>
              <a:gdLst/>
              <a:ahLst/>
              <a:cxnLst/>
              <a:rect l="l" t="t" r="r" b="b"/>
              <a:pathLst>
                <a:path w="3417570" h="27940">
                  <a:moveTo>
                    <a:pt x="3411220" y="12700"/>
                  </a:moveTo>
                  <a:cubicBezTo>
                    <a:pt x="3409950" y="12700"/>
                    <a:pt x="3408680" y="13970"/>
                    <a:pt x="3407410" y="13970"/>
                  </a:cubicBezTo>
                  <a:lnTo>
                    <a:pt x="13970" y="13970"/>
                  </a:lnTo>
                  <a:cubicBezTo>
                    <a:pt x="6350" y="13970"/>
                    <a:pt x="0" y="7620"/>
                    <a:pt x="0" y="0"/>
                  </a:cubicBezTo>
                  <a:lnTo>
                    <a:pt x="0" y="13970"/>
                  </a:lnTo>
                  <a:cubicBezTo>
                    <a:pt x="0" y="21590"/>
                    <a:pt x="6350" y="27940"/>
                    <a:pt x="13970" y="27940"/>
                  </a:cubicBezTo>
                  <a:lnTo>
                    <a:pt x="3407410" y="27940"/>
                  </a:lnTo>
                  <a:cubicBezTo>
                    <a:pt x="3411220" y="27940"/>
                    <a:pt x="3415030" y="25400"/>
                    <a:pt x="3417570" y="22860"/>
                  </a:cubicBezTo>
                  <a:lnTo>
                    <a:pt x="3411220" y="12700"/>
                  </a:lnTo>
                  <a:close/>
                </a:path>
              </a:pathLst>
            </a:custGeom>
            <a:solidFill>
              <a:srgbClr val="FFFFFF"/>
            </a:solidFill>
          </p:spPr>
        </p:sp>
        <p:sp>
          <p:nvSpPr>
            <p:cNvPr id="81" name="Freeform 81"/>
            <p:cNvSpPr/>
            <p:nvPr/>
          </p:nvSpPr>
          <p:spPr>
            <a:xfrm>
              <a:off x="93980" y="909320"/>
              <a:ext cx="1270" cy="3810"/>
            </a:xfrm>
            <a:custGeom>
              <a:avLst/>
              <a:gdLst/>
              <a:ahLst/>
              <a:cxnLst/>
              <a:rect l="l" t="t" r="r" b="b"/>
              <a:pathLst>
                <a:path w="1270" h="3810">
                  <a:moveTo>
                    <a:pt x="0" y="3810"/>
                  </a:moveTo>
                  <a:lnTo>
                    <a:pt x="1270" y="0"/>
                  </a:lnTo>
                  <a:cubicBezTo>
                    <a:pt x="0" y="1270"/>
                    <a:pt x="0" y="2540"/>
                    <a:pt x="0" y="3810"/>
                  </a:cubicBezTo>
                  <a:close/>
                </a:path>
              </a:pathLst>
            </a:custGeom>
            <a:solidFill>
              <a:srgbClr val="FFFFFF"/>
            </a:solidFill>
          </p:spPr>
        </p:sp>
        <p:sp>
          <p:nvSpPr>
            <p:cNvPr id="82" name="Freeform 82"/>
            <p:cNvSpPr/>
            <p:nvPr/>
          </p:nvSpPr>
          <p:spPr>
            <a:xfrm>
              <a:off x="85090" y="899160"/>
              <a:ext cx="3806190" cy="27940"/>
            </a:xfrm>
            <a:custGeom>
              <a:avLst/>
              <a:gdLst/>
              <a:ahLst/>
              <a:cxnLst/>
              <a:rect l="l" t="t" r="r" b="b"/>
              <a:pathLst>
                <a:path w="3806190" h="27940">
                  <a:moveTo>
                    <a:pt x="3790950" y="0"/>
                  </a:moveTo>
                  <a:lnTo>
                    <a:pt x="10160" y="0"/>
                  </a:lnTo>
                  <a:cubicBezTo>
                    <a:pt x="6350" y="0"/>
                    <a:pt x="2540" y="2540"/>
                    <a:pt x="0" y="5080"/>
                  </a:cubicBezTo>
                  <a:lnTo>
                    <a:pt x="8890" y="13970"/>
                  </a:lnTo>
                  <a:lnTo>
                    <a:pt x="3792220" y="13970"/>
                  </a:lnTo>
                  <a:cubicBezTo>
                    <a:pt x="3799840" y="13970"/>
                    <a:pt x="3806190" y="20320"/>
                    <a:pt x="3806190" y="27940"/>
                  </a:cubicBezTo>
                  <a:lnTo>
                    <a:pt x="3806190" y="13970"/>
                  </a:lnTo>
                  <a:cubicBezTo>
                    <a:pt x="3804920" y="6350"/>
                    <a:pt x="3798570" y="0"/>
                    <a:pt x="3790950" y="0"/>
                  </a:cubicBezTo>
                  <a:close/>
                </a:path>
              </a:pathLst>
            </a:custGeom>
            <a:solidFill>
              <a:srgbClr val="FFFFFF"/>
            </a:solidFill>
          </p:spPr>
        </p:sp>
        <p:sp>
          <p:nvSpPr>
            <p:cNvPr id="83" name="Freeform 83"/>
            <p:cNvSpPr/>
            <p:nvPr/>
          </p:nvSpPr>
          <p:spPr>
            <a:xfrm>
              <a:off x="3869690" y="910590"/>
              <a:ext cx="20320" cy="4413250"/>
            </a:xfrm>
            <a:custGeom>
              <a:avLst/>
              <a:gdLst/>
              <a:ahLst/>
              <a:cxnLst/>
              <a:rect l="l" t="t" r="r" b="b"/>
              <a:pathLst>
                <a:path w="20320" h="4413250">
                  <a:moveTo>
                    <a:pt x="20320" y="4401820"/>
                  </a:moveTo>
                  <a:lnTo>
                    <a:pt x="20320" y="12700"/>
                  </a:lnTo>
                  <a:cubicBezTo>
                    <a:pt x="20320" y="12700"/>
                    <a:pt x="11430" y="5080"/>
                    <a:pt x="8890" y="2540"/>
                  </a:cubicBezTo>
                  <a:cubicBezTo>
                    <a:pt x="8890" y="2540"/>
                    <a:pt x="6350" y="0"/>
                    <a:pt x="0" y="0"/>
                  </a:cubicBezTo>
                  <a:lnTo>
                    <a:pt x="0" y="4403090"/>
                  </a:lnTo>
                  <a:lnTo>
                    <a:pt x="15240" y="4413250"/>
                  </a:lnTo>
                  <a:cubicBezTo>
                    <a:pt x="19050" y="4410710"/>
                    <a:pt x="20320" y="4406900"/>
                    <a:pt x="20320" y="4401820"/>
                  </a:cubicBezTo>
                  <a:close/>
                </a:path>
              </a:pathLst>
            </a:custGeom>
            <a:solidFill>
              <a:srgbClr val="FFFFFF"/>
            </a:solidFill>
          </p:spPr>
        </p:sp>
      </p:grpSp>
      <p:sp>
        <p:nvSpPr>
          <p:cNvPr id="84" name="TextBox 84"/>
          <p:cNvSpPr txBox="1"/>
          <p:nvPr/>
        </p:nvSpPr>
        <p:spPr>
          <a:xfrm>
            <a:off x="1898428" y="365125"/>
            <a:ext cx="14491145" cy="1193800"/>
          </a:xfrm>
          <a:prstGeom prst="rect">
            <a:avLst/>
          </a:prstGeom>
        </p:spPr>
        <p:txBody>
          <a:bodyPr lIns="0" tIns="0" rIns="0" bIns="0" rtlCol="0" anchor="t">
            <a:spAutoFit/>
          </a:bodyPr>
          <a:lstStyle/>
          <a:p>
            <a:pPr algn="ctr">
              <a:lnSpc>
                <a:spcPts val="9799"/>
              </a:lnSpc>
            </a:pPr>
            <a:r>
              <a:rPr lang="en-US" sz="6999">
                <a:solidFill>
                  <a:srgbClr val="FDF6F6"/>
                </a:solidFill>
                <a:latin typeface="Special Elite"/>
                <a:ea typeface="Special Elite"/>
                <a:cs typeface="Special Elite"/>
                <a:sym typeface="Special Elite"/>
              </a:rPr>
              <a:t>Documentation</a:t>
            </a:r>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92637"/>
        </a:solidFill>
        <a:effectLst/>
      </p:bgPr>
    </p:bg>
    <p:spTree>
      <p:nvGrpSpPr>
        <p:cNvPr id="1" name=""/>
        <p:cNvGrpSpPr/>
        <p:nvPr/>
      </p:nvGrpSpPr>
      <p:grpSpPr>
        <a:xfrm>
          <a:off x="0" y="0"/>
          <a:ext cx="0" cy="0"/>
          <a:chOff x="0" y="0"/>
          <a:chExt cx="0" cy="0"/>
        </a:xfrm>
      </p:grpSpPr>
      <p:grpSp>
        <p:nvGrpSpPr>
          <p:cNvPr id="2" name="Group 2"/>
          <p:cNvGrpSpPr/>
          <p:nvPr/>
        </p:nvGrpSpPr>
        <p:grpSpPr>
          <a:xfrm>
            <a:off x="837526" y="815921"/>
            <a:ext cx="16612948" cy="8655158"/>
            <a:chOff x="0" y="0"/>
            <a:chExt cx="4375427" cy="2279548"/>
          </a:xfrm>
        </p:grpSpPr>
        <p:sp>
          <p:nvSpPr>
            <p:cNvPr id="3" name="Freeform 3"/>
            <p:cNvSpPr/>
            <p:nvPr/>
          </p:nvSpPr>
          <p:spPr>
            <a:xfrm>
              <a:off x="0" y="0"/>
              <a:ext cx="4375427" cy="2279548"/>
            </a:xfrm>
            <a:custGeom>
              <a:avLst/>
              <a:gdLst/>
              <a:ahLst/>
              <a:cxnLst/>
              <a:rect l="l" t="t" r="r" b="b"/>
              <a:pathLst>
                <a:path w="4375427" h="2279548">
                  <a:moveTo>
                    <a:pt x="0" y="0"/>
                  </a:moveTo>
                  <a:lnTo>
                    <a:pt x="4375427" y="0"/>
                  </a:lnTo>
                  <a:lnTo>
                    <a:pt x="4375427" y="2279548"/>
                  </a:lnTo>
                  <a:lnTo>
                    <a:pt x="0" y="2279548"/>
                  </a:lnTo>
                  <a:close/>
                </a:path>
              </a:pathLst>
            </a:custGeom>
            <a:solidFill>
              <a:srgbClr val="000000">
                <a:alpha val="0"/>
              </a:srgbClr>
            </a:solidFill>
            <a:ln w="38100" cap="sq">
              <a:solidFill>
                <a:srgbClr val="000000"/>
              </a:solidFill>
              <a:prstDash val="solid"/>
              <a:miter/>
            </a:ln>
          </p:spPr>
        </p:sp>
        <p:sp>
          <p:nvSpPr>
            <p:cNvPr id="4" name="TextBox 4"/>
            <p:cNvSpPr txBox="1"/>
            <p:nvPr/>
          </p:nvSpPr>
          <p:spPr>
            <a:xfrm>
              <a:off x="0" y="-47625"/>
              <a:ext cx="4375427" cy="232717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3836614" y="-2953920"/>
            <a:ext cx="10614772" cy="4747255"/>
            <a:chOff x="0" y="0"/>
            <a:chExt cx="2795660" cy="1250306"/>
          </a:xfrm>
        </p:grpSpPr>
        <p:sp>
          <p:nvSpPr>
            <p:cNvPr id="6" name="Freeform 6"/>
            <p:cNvSpPr/>
            <p:nvPr/>
          </p:nvSpPr>
          <p:spPr>
            <a:xfrm>
              <a:off x="0" y="0"/>
              <a:ext cx="2795660" cy="1250306"/>
            </a:xfrm>
            <a:custGeom>
              <a:avLst/>
              <a:gdLst/>
              <a:ahLst/>
              <a:cxnLst/>
              <a:rect l="l" t="t" r="r" b="b"/>
              <a:pathLst>
                <a:path w="2795660" h="1250306">
                  <a:moveTo>
                    <a:pt x="0" y="0"/>
                  </a:moveTo>
                  <a:lnTo>
                    <a:pt x="2795660" y="0"/>
                  </a:lnTo>
                  <a:lnTo>
                    <a:pt x="2795660" y="1250306"/>
                  </a:lnTo>
                  <a:lnTo>
                    <a:pt x="0" y="1250306"/>
                  </a:lnTo>
                  <a:close/>
                </a:path>
              </a:pathLst>
            </a:custGeom>
            <a:solidFill>
              <a:srgbClr val="192637"/>
            </a:solidFill>
            <a:ln cap="sq">
              <a:noFill/>
              <a:prstDash val="solid"/>
              <a:miter/>
            </a:ln>
          </p:spPr>
        </p:sp>
        <p:sp>
          <p:nvSpPr>
            <p:cNvPr id="7" name="TextBox 7"/>
            <p:cNvSpPr txBox="1"/>
            <p:nvPr/>
          </p:nvSpPr>
          <p:spPr>
            <a:xfrm>
              <a:off x="0" y="-47625"/>
              <a:ext cx="2795660" cy="1297931"/>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4872719" y="8252388"/>
            <a:ext cx="3744491" cy="2437497"/>
          </a:xfrm>
          <a:custGeom>
            <a:avLst/>
            <a:gdLst/>
            <a:ahLst/>
            <a:cxnLst/>
            <a:rect l="l" t="t" r="r" b="b"/>
            <a:pathLst>
              <a:path w="3744491" h="2437497">
                <a:moveTo>
                  <a:pt x="0" y="0"/>
                </a:moveTo>
                <a:lnTo>
                  <a:pt x="3744491" y="0"/>
                </a:lnTo>
                <a:lnTo>
                  <a:pt x="3744491" y="2437496"/>
                </a:lnTo>
                <a:lnTo>
                  <a:pt x="0" y="24374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4046164" y="8252388"/>
            <a:ext cx="3485940" cy="2581413"/>
          </a:xfrm>
          <a:custGeom>
            <a:avLst/>
            <a:gdLst/>
            <a:ahLst/>
            <a:cxnLst/>
            <a:rect l="l" t="t" r="r" b="b"/>
            <a:pathLst>
              <a:path w="3485940" h="2581413">
                <a:moveTo>
                  <a:pt x="0" y="0"/>
                </a:moveTo>
                <a:lnTo>
                  <a:pt x="3485940" y="0"/>
                </a:lnTo>
                <a:lnTo>
                  <a:pt x="3485940" y="2581413"/>
                </a:lnTo>
                <a:lnTo>
                  <a:pt x="0" y="258141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1057275" y="7849231"/>
            <a:ext cx="4146702" cy="3114190"/>
          </a:xfrm>
          <a:custGeom>
            <a:avLst/>
            <a:gdLst/>
            <a:ahLst/>
            <a:cxnLst/>
            <a:rect l="l" t="t" r="r" b="b"/>
            <a:pathLst>
              <a:path w="4146702" h="3114190">
                <a:moveTo>
                  <a:pt x="0" y="0"/>
                </a:moveTo>
                <a:lnTo>
                  <a:pt x="4146702" y="0"/>
                </a:lnTo>
                <a:lnTo>
                  <a:pt x="4146702" y="3114190"/>
                </a:lnTo>
                <a:lnTo>
                  <a:pt x="0" y="311419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11919821" y="8213665"/>
            <a:ext cx="3704561" cy="2620135"/>
          </a:xfrm>
          <a:custGeom>
            <a:avLst/>
            <a:gdLst/>
            <a:ahLst/>
            <a:cxnLst/>
            <a:rect l="l" t="t" r="r" b="b"/>
            <a:pathLst>
              <a:path w="3704561" h="2620135">
                <a:moveTo>
                  <a:pt x="0" y="0"/>
                </a:moveTo>
                <a:lnTo>
                  <a:pt x="3704562" y="0"/>
                </a:lnTo>
                <a:lnTo>
                  <a:pt x="3704562" y="2620136"/>
                </a:lnTo>
                <a:lnTo>
                  <a:pt x="0" y="2620136"/>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12" name="Freeform 12"/>
          <p:cNvSpPr/>
          <p:nvPr/>
        </p:nvSpPr>
        <p:spPr>
          <a:xfrm rot="3030510" flipH="1">
            <a:off x="7379247" y="7097754"/>
            <a:ext cx="4909197" cy="4114800"/>
          </a:xfrm>
          <a:custGeom>
            <a:avLst/>
            <a:gdLst/>
            <a:ahLst/>
            <a:cxnLst/>
            <a:rect l="l" t="t" r="r" b="b"/>
            <a:pathLst>
              <a:path w="4909197" h="4114800">
                <a:moveTo>
                  <a:pt x="4909198" y="0"/>
                </a:moveTo>
                <a:lnTo>
                  <a:pt x="0" y="0"/>
                </a:lnTo>
                <a:lnTo>
                  <a:pt x="0" y="4114800"/>
                </a:lnTo>
                <a:lnTo>
                  <a:pt x="4909198" y="4114800"/>
                </a:lnTo>
                <a:lnTo>
                  <a:pt x="4909198"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a:off x="7002683" y="7652169"/>
            <a:ext cx="2935938" cy="3212262"/>
          </a:xfrm>
          <a:custGeom>
            <a:avLst/>
            <a:gdLst/>
            <a:ahLst/>
            <a:cxnLst/>
            <a:rect l="l" t="t" r="r" b="b"/>
            <a:pathLst>
              <a:path w="2935938" h="3212262">
                <a:moveTo>
                  <a:pt x="0" y="0"/>
                </a:moveTo>
                <a:lnTo>
                  <a:pt x="2935938" y="0"/>
                </a:lnTo>
                <a:lnTo>
                  <a:pt x="2935938" y="3212262"/>
                </a:lnTo>
                <a:lnTo>
                  <a:pt x="0" y="321226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a:off x="-618697" y="9007026"/>
            <a:ext cx="2359302" cy="1682859"/>
          </a:xfrm>
          <a:custGeom>
            <a:avLst/>
            <a:gdLst/>
            <a:ahLst/>
            <a:cxnLst/>
            <a:rect l="l" t="t" r="r" b="b"/>
            <a:pathLst>
              <a:path w="2359302" h="1682859">
                <a:moveTo>
                  <a:pt x="0" y="0"/>
                </a:moveTo>
                <a:lnTo>
                  <a:pt x="2359302" y="0"/>
                </a:lnTo>
                <a:lnTo>
                  <a:pt x="2359302" y="1682858"/>
                </a:lnTo>
                <a:lnTo>
                  <a:pt x="0" y="168285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5" name="TextBox 15"/>
          <p:cNvSpPr txBox="1"/>
          <p:nvPr/>
        </p:nvSpPr>
        <p:spPr>
          <a:xfrm>
            <a:off x="1898428" y="365125"/>
            <a:ext cx="14491145" cy="1193800"/>
          </a:xfrm>
          <a:prstGeom prst="rect">
            <a:avLst/>
          </a:prstGeom>
        </p:spPr>
        <p:txBody>
          <a:bodyPr lIns="0" tIns="0" rIns="0" bIns="0" rtlCol="0" anchor="t">
            <a:spAutoFit/>
          </a:bodyPr>
          <a:lstStyle/>
          <a:p>
            <a:pPr algn="ctr">
              <a:lnSpc>
                <a:spcPts val="9799"/>
              </a:lnSpc>
            </a:pPr>
            <a:r>
              <a:rPr lang="en-US" sz="6999">
                <a:solidFill>
                  <a:srgbClr val="FDF6F6"/>
                </a:solidFill>
                <a:latin typeface="Special Elite"/>
                <a:ea typeface="Special Elite"/>
                <a:cs typeface="Special Elite"/>
                <a:sym typeface="Special Elite"/>
              </a:rPr>
              <a:t>QNA Session</a:t>
            </a:r>
          </a:p>
        </p:txBody>
      </p:sp>
      <p:sp>
        <p:nvSpPr>
          <p:cNvPr id="16" name="Freeform 16"/>
          <p:cNvSpPr/>
          <p:nvPr/>
        </p:nvSpPr>
        <p:spPr>
          <a:xfrm>
            <a:off x="2251226" y="5033247"/>
            <a:ext cx="7315200" cy="159604"/>
          </a:xfrm>
          <a:custGeom>
            <a:avLst/>
            <a:gdLst/>
            <a:ahLst/>
            <a:cxnLst/>
            <a:rect l="l" t="t" r="r" b="b"/>
            <a:pathLst>
              <a:path w="7315200" h="159604">
                <a:moveTo>
                  <a:pt x="0" y="0"/>
                </a:moveTo>
                <a:lnTo>
                  <a:pt x="7315200" y="0"/>
                </a:lnTo>
                <a:lnTo>
                  <a:pt x="7315200" y="159605"/>
                </a:lnTo>
                <a:lnTo>
                  <a:pt x="0" y="15960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7" name="Freeform 17"/>
          <p:cNvSpPr/>
          <p:nvPr/>
        </p:nvSpPr>
        <p:spPr>
          <a:xfrm>
            <a:off x="8721574" y="5033247"/>
            <a:ext cx="7315200" cy="159604"/>
          </a:xfrm>
          <a:custGeom>
            <a:avLst/>
            <a:gdLst/>
            <a:ahLst/>
            <a:cxnLst/>
            <a:rect l="l" t="t" r="r" b="b"/>
            <a:pathLst>
              <a:path w="7315200" h="159604">
                <a:moveTo>
                  <a:pt x="0" y="0"/>
                </a:moveTo>
                <a:lnTo>
                  <a:pt x="7315200" y="0"/>
                </a:lnTo>
                <a:lnTo>
                  <a:pt x="7315200" y="159605"/>
                </a:lnTo>
                <a:lnTo>
                  <a:pt x="0" y="15960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8" name="TextBox 18"/>
          <p:cNvSpPr txBox="1"/>
          <p:nvPr/>
        </p:nvSpPr>
        <p:spPr>
          <a:xfrm>
            <a:off x="1898428" y="3406985"/>
            <a:ext cx="14491145" cy="2149474"/>
          </a:xfrm>
          <a:prstGeom prst="rect">
            <a:avLst/>
          </a:prstGeom>
        </p:spPr>
        <p:txBody>
          <a:bodyPr lIns="0" tIns="0" rIns="0" bIns="0" rtlCol="0" anchor="t">
            <a:spAutoFit/>
          </a:bodyPr>
          <a:lstStyle/>
          <a:p>
            <a:pPr algn="ctr">
              <a:lnSpc>
                <a:spcPts val="17500"/>
              </a:lnSpc>
            </a:pPr>
            <a:r>
              <a:rPr lang="en-US" sz="12500">
                <a:solidFill>
                  <a:srgbClr val="FFFFFF"/>
                </a:solidFill>
                <a:latin typeface="Special Elite"/>
                <a:ea typeface="Special Elite"/>
                <a:cs typeface="Special Elite"/>
                <a:sym typeface="Special Elite"/>
              </a:rPr>
              <a:t>Let’s Discuss</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92637"/>
        </a:solidFill>
        <a:effectLst/>
      </p:bgPr>
    </p:bg>
    <p:spTree>
      <p:nvGrpSpPr>
        <p:cNvPr id="1" name=""/>
        <p:cNvGrpSpPr/>
        <p:nvPr/>
      </p:nvGrpSpPr>
      <p:grpSpPr>
        <a:xfrm>
          <a:off x="0" y="0"/>
          <a:ext cx="0" cy="0"/>
          <a:chOff x="0" y="0"/>
          <a:chExt cx="0" cy="0"/>
        </a:xfrm>
      </p:grpSpPr>
      <p:grpSp>
        <p:nvGrpSpPr>
          <p:cNvPr id="2" name="Group 2"/>
          <p:cNvGrpSpPr/>
          <p:nvPr/>
        </p:nvGrpSpPr>
        <p:grpSpPr>
          <a:xfrm>
            <a:off x="837526" y="815921"/>
            <a:ext cx="16612948" cy="8655158"/>
            <a:chOff x="0" y="0"/>
            <a:chExt cx="4375427" cy="2279548"/>
          </a:xfrm>
        </p:grpSpPr>
        <p:sp>
          <p:nvSpPr>
            <p:cNvPr id="3" name="Freeform 3"/>
            <p:cNvSpPr/>
            <p:nvPr/>
          </p:nvSpPr>
          <p:spPr>
            <a:xfrm>
              <a:off x="0" y="0"/>
              <a:ext cx="4375427" cy="2279548"/>
            </a:xfrm>
            <a:custGeom>
              <a:avLst/>
              <a:gdLst/>
              <a:ahLst/>
              <a:cxnLst/>
              <a:rect l="l" t="t" r="r" b="b"/>
              <a:pathLst>
                <a:path w="4375427" h="2279548">
                  <a:moveTo>
                    <a:pt x="0" y="0"/>
                  </a:moveTo>
                  <a:lnTo>
                    <a:pt x="4375427" y="0"/>
                  </a:lnTo>
                  <a:lnTo>
                    <a:pt x="4375427" y="2279548"/>
                  </a:lnTo>
                  <a:lnTo>
                    <a:pt x="0" y="2279548"/>
                  </a:lnTo>
                  <a:close/>
                </a:path>
              </a:pathLst>
            </a:custGeom>
            <a:solidFill>
              <a:srgbClr val="000000">
                <a:alpha val="0"/>
              </a:srgbClr>
            </a:solidFill>
            <a:ln w="38100" cap="sq">
              <a:solidFill>
                <a:srgbClr val="000000"/>
              </a:solidFill>
              <a:prstDash val="solid"/>
              <a:miter/>
            </a:ln>
          </p:spPr>
        </p:sp>
        <p:sp>
          <p:nvSpPr>
            <p:cNvPr id="4" name="TextBox 4"/>
            <p:cNvSpPr txBox="1"/>
            <p:nvPr/>
          </p:nvSpPr>
          <p:spPr>
            <a:xfrm>
              <a:off x="0" y="-47625"/>
              <a:ext cx="4375427" cy="232717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3836614" y="-2953920"/>
            <a:ext cx="10614772" cy="4747255"/>
            <a:chOff x="0" y="0"/>
            <a:chExt cx="2795660" cy="1250306"/>
          </a:xfrm>
        </p:grpSpPr>
        <p:sp>
          <p:nvSpPr>
            <p:cNvPr id="6" name="Freeform 6"/>
            <p:cNvSpPr/>
            <p:nvPr/>
          </p:nvSpPr>
          <p:spPr>
            <a:xfrm>
              <a:off x="0" y="0"/>
              <a:ext cx="2795660" cy="1250306"/>
            </a:xfrm>
            <a:custGeom>
              <a:avLst/>
              <a:gdLst/>
              <a:ahLst/>
              <a:cxnLst/>
              <a:rect l="l" t="t" r="r" b="b"/>
              <a:pathLst>
                <a:path w="2795660" h="1250306">
                  <a:moveTo>
                    <a:pt x="0" y="0"/>
                  </a:moveTo>
                  <a:lnTo>
                    <a:pt x="2795660" y="0"/>
                  </a:lnTo>
                  <a:lnTo>
                    <a:pt x="2795660" y="1250306"/>
                  </a:lnTo>
                  <a:lnTo>
                    <a:pt x="0" y="1250306"/>
                  </a:lnTo>
                  <a:close/>
                </a:path>
              </a:pathLst>
            </a:custGeom>
            <a:solidFill>
              <a:srgbClr val="192637"/>
            </a:solidFill>
            <a:ln cap="sq">
              <a:noFill/>
              <a:prstDash val="solid"/>
              <a:miter/>
            </a:ln>
          </p:spPr>
        </p:sp>
        <p:sp>
          <p:nvSpPr>
            <p:cNvPr id="7" name="TextBox 7"/>
            <p:cNvSpPr txBox="1"/>
            <p:nvPr/>
          </p:nvSpPr>
          <p:spPr>
            <a:xfrm>
              <a:off x="0" y="-47625"/>
              <a:ext cx="2795660" cy="1297931"/>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4872719" y="8252388"/>
            <a:ext cx="3744491" cy="2437497"/>
          </a:xfrm>
          <a:custGeom>
            <a:avLst/>
            <a:gdLst/>
            <a:ahLst/>
            <a:cxnLst/>
            <a:rect l="l" t="t" r="r" b="b"/>
            <a:pathLst>
              <a:path w="3744491" h="2437497">
                <a:moveTo>
                  <a:pt x="0" y="0"/>
                </a:moveTo>
                <a:lnTo>
                  <a:pt x="3744491" y="0"/>
                </a:lnTo>
                <a:lnTo>
                  <a:pt x="3744491" y="2437496"/>
                </a:lnTo>
                <a:lnTo>
                  <a:pt x="0" y="24374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4046164" y="8252388"/>
            <a:ext cx="3485940" cy="2581413"/>
          </a:xfrm>
          <a:custGeom>
            <a:avLst/>
            <a:gdLst/>
            <a:ahLst/>
            <a:cxnLst/>
            <a:rect l="l" t="t" r="r" b="b"/>
            <a:pathLst>
              <a:path w="3485940" h="2581413">
                <a:moveTo>
                  <a:pt x="0" y="0"/>
                </a:moveTo>
                <a:lnTo>
                  <a:pt x="3485940" y="0"/>
                </a:lnTo>
                <a:lnTo>
                  <a:pt x="3485940" y="2581413"/>
                </a:lnTo>
                <a:lnTo>
                  <a:pt x="0" y="258141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1057275" y="7849231"/>
            <a:ext cx="4146702" cy="3114190"/>
          </a:xfrm>
          <a:custGeom>
            <a:avLst/>
            <a:gdLst/>
            <a:ahLst/>
            <a:cxnLst/>
            <a:rect l="l" t="t" r="r" b="b"/>
            <a:pathLst>
              <a:path w="4146702" h="3114190">
                <a:moveTo>
                  <a:pt x="0" y="0"/>
                </a:moveTo>
                <a:lnTo>
                  <a:pt x="4146702" y="0"/>
                </a:lnTo>
                <a:lnTo>
                  <a:pt x="4146702" y="3114190"/>
                </a:lnTo>
                <a:lnTo>
                  <a:pt x="0" y="311419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11919821" y="8213665"/>
            <a:ext cx="3704561" cy="2620135"/>
          </a:xfrm>
          <a:custGeom>
            <a:avLst/>
            <a:gdLst/>
            <a:ahLst/>
            <a:cxnLst/>
            <a:rect l="l" t="t" r="r" b="b"/>
            <a:pathLst>
              <a:path w="3704561" h="2620135">
                <a:moveTo>
                  <a:pt x="0" y="0"/>
                </a:moveTo>
                <a:lnTo>
                  <a:pt x="3704562" y="0"/>
                </a:lnTo>
                <a:lnTo>
                  <a:pt x="3704562" y="2620136"/>
                </a:lnTo>
                <a:lnTo>
                  <a:pt x="0" y="2620136"/>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12" name="Freeform 12"/>
          <p:cNvSpPr/>
          <p:nvPr/>
        </p:nvSpPr>
        <p:spPr>
          <a:xfrm rot="3030510" flipH="1">
            <a:off x="7379247" y="7097754"/>
            <a:ext cx="4909197" cy="4114800"/>
          </a:xfrm>
          <a:custGeom>
            <a:avLst/>
            <a:gdLst/>
            <a:ahLst/>
            <a:cxnLst/>
            <a:rect l="l" t="t" r="r" b="b"/>
            <a:pathLst>
              <a:path w="4909197" h="4114800">
                <a:moveTo>
                  <a:pt x="4909198" y="0"/>
                </a:moveTo>
                <a:lnTo>
                  <a:pt x="0" y="0"/>
                </a:lnTo>
                <a:lnTo>
                  <a:pt x="0" y="4114800"/>
                </a:lnTo>
                <a:lnTo>
                  <a:pt x="4909198" y="4114800"/>
                </a:lnTo>
                <a:lnTo>
                  <a:pt x="4909198"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a:off x="7002683" y="7652169"/>
            <a:ext cx="2935938" cy="3212262"/>
          </a:xfrm>
          <a:custGeom>
            <a:avLst/>
            <a:gdLst/>
            <a:ahLst/>
            <a:cxnLst/>
            <a:rect l="l" t="t" r="r" b="b"/>
            <a:pathLst>
              <a:path w="2935938" h="3212262">
                <a:moveTo>
                  <a:pt x="0" y="0"/>
                </a:moveTo>
                <a:lnTo>
                  <a:pt x="2935938" y="0"/>
                </a:lnTo>
                <a:lnTo>
                  <a:pt x="2935938" y="3212262"/>
                </a:lnTo>
                <a:lnTo>
                  <a:pt x="0" y="321226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a:off x="-618697" y="9007026"/>
            <a:ext cx="2359302" cy="1682859"/>
          </a:xfrm>
          <a:custGeom>
            <a:avLst/>
            <a:gdLst/>
            <a:ahLst/>
            <a:cxnLst/>
            <a:rect l="l" t="t" r="r" b="b"/>
            <a:pathLst>
              <a:path w="2359302" h="1682859">
                <a:moveTo>
                  <a:pt x="0" y="0"/>
                </a:moveTo>
                <a:lnTo>
                  <a:pt x="2359302" y="0"/>
                </a:lnTo>
                <a:lnTo>
                  <a:pt x="2359302" y="1682858"/>
                </a:lnTo>
                <a:lnTo>
                  <a:pt x="0" y="168285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5" name="TextBox 15"/>
          <p:cNvSpPr txBox="1"/>
          <p:nvPr/>
        </p:nvSpPr>
        <p:spPr>
          <a:xfrm>
            <a:off x="1740605" y="2322314"/>
            <a:ext cx="14806790" cy="4631055"/>
          </a:xfrm>
          <a:prstGeom prst="rect">
            <a:avLst/>
          </a:prstGeom>
        </p:spPr>
        <p:txBody>
          <a:bodyPr lIns="0" tIns="0" rIns="0" bIns="0" rtlCol="0" anchor="t">
            <a:spAutoFit/>
          </a:bodyPr>
          <a:lstStyle/>
          <a:p>
            <a:pPr algn="just">
              <a:lnSpc>
                <a:spcPts val="4620"/>
              </a:lnSpc>
            </a:pPr>
            <a:r>
              <a:rPr lang="en-US" sz="3300">
                <a:solidFill>
                  <a:srgbClr val="FFFFFF"/>
                </a:solidFill>
                <a:latin typeface="Glacial Indifference"/>
                <a:ea typeface="Glacial Indifference"/>
                <a:cs typeface="Glacial Indifference"/>
                <a:sym typeface="Glacial Indifference"/>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 In hac habitasse platea dictumst. Nam tortor urna, semper ac nulla id, porttitor semper felis. Phasellus blandit eros viverra, ultricies nibh nec, viverra ipsum. Ut nec gravida massa, eu convallis est.</a:t>
            </a:r>
          </a:p>
        </p:txBody>
      </p:sp>
      <p:sp>
        <p:nvSpPr>
          <p:cNvPr id="16" name="TextBox 16"/>
          <p:cNvSpPr txBox="1"/>
          <p:nvPr/>
        </p:nvSpPr>
        <p:spPr>
          <a:xfrm>
            <a:off x="1898428" y="365125"/>
            <a:ext cx="14491145" cy="1193800"/>
          </a:xfrm>
          <a:prstGeom prst="rect">
            <a:avLst/>
          </a:prstGeom>
        </p:spPr>
        <p:txBody>
          <a:bodyPr lIns="0" tIns="0" rIns="0" bIns="0" rtlCol="0" anchor="t">
            <a:spAutoFit/>
          </a:bodyPr>
          <a:lstStyle/>
          <a:p>
            <a:pPr algn="ctr">
              <a:lnSpc>
                <a:spcPts val="9799"/>
              </a:lnSpc>
            </a:pPr>
            <a:r>
              <a:rPr lang="en-US" sz="6999">
                <a:solidFill>
                  <a:srgbClr val="FDF6F6"/>
                </a:solidFill>
                <a:latin typeface="Special Elite"/>
                <a:ea typeface="Special Elite"/>
                <a:cs typeface="Special Elite"/>
                <a:sym typeface="Special Elite"/>
              </a:rPr>
              <a:t>Conclusion</a:t>
            </a:r>
          </a:p>
        </p:txBody>
      </p:sp>
    </p:spTree>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92637"/>
        </a:solidFill>
        <a:effectLst/>
      </p:bgPr>
    </p:bg>
    <p:spTree>
      <p:nvGrpSpPr>
        <p:cNvPr id="1" name=""/>
        <p:cNvGrpSpPr/>
        <p:nvPr/>
      </p:nvGrpSpPr>
      <p:grpSpPr>
        <a:xfrm>
          <a:off x="0" y="0"/>
          <a:ext cx="0" cy="0"/>
          <a:chOff x="0" y="0"/>
          <a:chExt cx="0" cy="0"/>
        </a:xfrm>
      </p:grpSpPr>
      <p:sp>
        <p:nvSpPr>
          <p:cNvPr id="2" name="Freeform 2"/>
          <p:cNvSpPr/>
          <p:nvPr/>
        </p:nvSpPr>
        <p:spPr>
          <a:xfrm>
            <a:off x="-292871" y="1581446"/>
            <a:ext cx="18873741" cy="10644034"/>
          </a:xfrm>
          <a:custGeom>
            <a:avLst/>
            <a:gdLst/>
            <a:ahLst/>
            <a:cxnLst/>
            <a:rect l="l" t="t" r="r" b="b"/>
            <a:pathLst>
              <a:path w="18873741" h="10644034">
                <a:moveTo>
                  <a:pt x="0" y="0"/>
                </a:moveTo>
                <a:lnTo>
                  <a:pt x="18873742" y="0"/>
                </a:lnTo>
                <a:lnTo>
                  <a:pt x="18873742" y="10644034"/>
                </a:lnTo>
                <a:lnTo>
                  <a:pt x="0" y="106440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292871" y="107233"/>
            <a:ext cx="18873741" cy="10644034"/>
          </a:xfrm>
          <a:custGeom>
            <a:avLst/>
            <a:gdLst/>
            <a:ahLst/>
            <a:cxnLst/>
            <a:rect l="l" t="t" r="r" b="b"/>
            <a:pathLst>
              <a:path w="18873741" h="10644034">
                <a:moveTo>
                  <a:pt x="0" y="10644034"/>
                </a:moveTo>
                <a:lnTo>
                  <a:pt x="18873742" y="10644034"/>
                </a:lnTo>
                <a:lnTo>
                  <a:pt x="18873742" y="0"/>
                </a:lnTo>
                <a:lnTo>
                  <a:pt x="0" y="0"/>
                </a:lnTo>
                <a:lnTo>
                  <a:pt x="0" y="10644034"/>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6505" y="-43043"/>
            <a:ext cx="18989176" cy="1395919"/>
            <a:chOff x="0" y="0"/>
            <a:chExt cx="5001265" cy="367650"/>
          </a:xfrm>
        </p:grpSpPr>
        <p:sp>
          <p:nvSpPr>
            <p:cNvPr id="5" name="Freeform 5"/>
            <p:cNvSpPr/>
            <p:nvPr/>
          </p:nvSpPr>
          <p:spPr>
            <a:xfrm>
              <a:off x="0" y="0"/>
              <a:ext cx="5001264" cy="367650"/>
            </a:xfrm>
            <a:custGeom>
              <a:avLst/>
              <a:gdLst/>
              <a:ahLst/>
              <a:cxnLst/>
              <a:rect l="l" t="t" r="r" b="b"/>
              <a:pathLst>
                <a:path w="5001264" h="367650">
                  <a:moveTo>
                    <a:pt x="0" y="0"/>
                  </a:moveTo>
                  <a:lnTo>
                    <a:pt x="5001264" y="0"/>
                  </a:lnTo>
                  <a:lnTo>
                    <a:pt x="5001264" y="367650"/>
                  </a:lnTo>
                  <a:lnTo>
                    <a:pt x="0" y="367650"/>
                  </a:lnTo>
                  <a:close/>
                </a:path>
              </a:pathLst>
            </a:custGeom>
            <a:solidFill>
              <a:srgbClr val="2E3B4B"/>
            </a:solidFill>
          </p:spPr>
        </p:sp>
        <p:sp>
          <p:nvSpPr>
            <p:cNvPr id="6" name="TextBox 6"/>
            <p:cNvSpPr txBox="1"/>
            <p:nvPr/>
          </p:nvSpPr>
          <p:spPr>
            <a:xfrm>
              <a:off x="0" y="-47625"/>
              <a:ext cx="5001265" cy="415275"/>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0" y="1333826"/>
            <a:ext cx="18989176" cy="1395919"/>
            <a:chOff x="0" y="0"/>
            <a:chExt cx="5001265" cy="367650"/>
          </a:xfrm>
        </p:grpSpPr>
        <p:sp>
          <p:nvSpPr>
            <p:cNvPr id="8" name="Freeform 8"/>
            <p:cNvSpPr/>
            <p:nvPr/>
          </p:nvSpPr>
          <p:spPr>
            <a:xfrm>
              <a:off x="0" y="0"/>
              <a:ext cx="5001264" cy="367650"/>
            </a:xfrm>
            <a:custGeom>
              <a:avLst/>
              <a:gdLst/>
              <a:ahLst/>
              <a:cxnLst/>
              <a:rect l="l" t="t" r="r" b="b"/>
              <a:pathLst>
                <a:path w="5001264" h="367650">
                  <a:moveTo>
                    <a:pt x="0" y="0"/>
                  </a:moveTo>
                  <a:lnTo>
                    <a:pt x="5001264" y="0"/>
                  </a:lnTo>
                  <a:lnTo>
                    <a:pt x="5001264" y="367650"/>
                  </a:lnTo>
                  <a:lnTo>
                    <a:pt x="0" y="367650"/>
                  </a:lnTo>
                  <a:close/>
                </a:path>
              </a:pathLst>
            </a:custGeom>
            <a:solidFill>
              <a:srgbClr val="2E3B4B"/>
            </a:solidFill>
          </p:spPr>
        </p:sp>
        <p:sp>
          <p:nvSpPr>
            <p:cNvPr id="9" name="TextBox 9"/>
            <p:cNvSpPr txBox="1"/>
            <p:nvPr/>
          </p:nvSpPr>
          <p:spPr>
            <a:xfrm>
              <a:off x="0" y="-47625"/>
              <a:ext cx="5001265" cy="415275"/>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21945" y="-52473"/>
            <a:ext cx="5114499" cy="1405349"/>
            <a:chOff x="0" y="0"/>
            <a:chExt cx="608735" cy="167267"/>
          </a:xfrm>
        </p:grpSpPr>
        <p:sp>
          <p:nvSpPr>
            <p:cNvPr id="11" name="Freeform 11"/>
            <p:cNvSpPr/>
            <p:nvPr/>
          </p:nvSpPr>
          <p:spPr>
            <a:xfrm>
              <a:off x="0" y="0"/>
              <a:ext cx="608735" cy="167267"/>
            </a:xfrm>
            <a:custGeom>
              <a:avLst/>
              <a:gdLst/>
              <a:ahLst/>
              <a:cxnLst/>
              <a:rect l="l" t="t" r="r" b="b"/>
              <a:pathLst>
                <a:path w="608735" h="167267">
                  <a:moveTo>
                    <a:pt x="405535" y="0"/>
                  </a:moveTo>
                  <a:lnTo>
                    <a:pt x="0" y="0"/>
                  </a:lnTo>
                  <a:lnTo>
                    <a:pt x="203200" y="167267"/>
                  </a:lnTo>
                  <a:lnTo>
                    <a:pt x="608735" y="167267"/>
                  </a:lnTo>
                  <a:lnTo>
                    <a:pt x="405535" y="0"/>
                  </a:lnTo>
                  <a:close/>
                </a:path>
              </a:pathLst>
            </a:custGeom>
            <a:solidFill>
              <a:srgbClr val="FFFFFF"/>
            </a:solidFill>
            <a:ln cap="sq">
              <a:noFill/>
              <a:prstDash val="solid"/>
              <a:miter/>
            </a:ln>
          </p:spPr>
        </p:sp>
        <p:sp>
          <p:nvSpPr>
            <p:cNvPr id="12" name="TextBox 12"/>
            <p:cNvSpPr txBox="1"/>
            <p:nvPr/>
          </p:nvSpPr>
          <p:spPr>
            <a:xfrm>
              <a:off x="101600" y="-47625"/>
              <a:ext cx="405535" cy="21489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3" name="Group 13"/>
          <p:cNvGrpSpPr/>
          <p:nvPr/>
        </p:nvGrpSpPr>
        <p:grpSpPr>
          <a:xfrm>
            <a:off x="5806137" y="-52473"/>
            <a:ext cx="5114499" cy="1405349"/>
            <a:chOff x="0" y="0"/>
            <a:chExt cx="608735" cy="167267"/>
          </a:xfrm>
        </p:grpSpPr>
        <p:sp>
          <p:nvSpPr>
            <p:cNvPr id="14" name="Freeform 14"/>
            <p:cNvSpPr/>
            <p:nvPr/>
          </p:nvSpPr>
          <p:spPr>
            <a:xfrm>
              <a:off x="0" y="0"/>
              <a:ext cx="608735" cy="167267"/>
            </a:xfrm>
            <a:custGeom>
              <a:avLst/>
              <a:gdLst/>
              <a:ahLst/>
              <a:cxnLst/>
              <a:rect l="l" t="t" r="r" b="b"/>
              <a:pathLst>
                <a:path w="608735" h="167267">
                  <a:moveTo>
                    <a:pt x="405535" y="0"/>
                  </a:moveTo>
                  <a:lnTo>
                    <a:pt x="0" y="0"/>
                  </a:lnTo>
                  <a:lnTo>
                    <a:pt x="203200" y="167267"/>
                  </a:lnTo>
                  <a:lnTo>
                    <a:pt x="608735" y="167267"/>
                  </a:lnTo>
                  <a:lnTo>
                    <a:pt x="405535" y="0"/>
                  </a:lnTo>
                  <a:close/>
                </a:path>
              </a:pathLst>
            </a:custGeom>
            <a:solidFill>
              <a:srgbClr val="FFFFFF"/>
            </a:solidFill>
            <a:ln cap="sq">
              <a:noFill/>
              <a:prstDash val="solid"/>
              <a:miter/>
            </a:ln>
          </p:spPr>
        </p:sp>
        <p:sp>
          <p:nvSpPr>
            <p:cNvPr id="15" name="TextBox 15"/>
            <p:cNvSpPr txBox="1"/>
            <p:nvPr/>
          </p:nvSpPr>
          <p:spPr>
            <a:xfrm>
              <a:off x="101600" y="-47625"/>
              <a:ext cx="405535" cy="21489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6" name="Group 16"/>
          <p:cNvGrpSpPr/>
          <p:nvPr/>
        </p:nvGrpSpPr>
        <p:grpSpPr>
          <a:xfrm>
            <a:off x="11634219" y="-52473"/>
            <a:ext cx="5114499" cy="1405349"/>
            <a:chOff x="0" y="0"/>
            <a:chExt cx="608735" cy="167267"/>
          </a:xfrm>
        </p:grpSpPr>
        <p:sp>
          <p:nvSpPr>
            <p:cNvPr id="17" name="Freeform 17"/>
            <p:cNvSpPr/>
            <p:nvPr/>
          </p:nvSpPr>
          <p:spPr>
            <a:xfrm>
              <a:off x="0" y="0"/>
              <a:ext cx="608735" cy="167267"/>
            </a:xfrm>
            <a:custGeom>
              <a:avLst/>
              <a:gdLst/>
              <a:ahLst/>
              <a:cxnLst/>
              <a:rect l="l" t="t" r="r" b="b"/>
              <a:pathLst>
                <a:path w="608735" h="167267">
                  <a:moveTo>
                    <a:pt x="405535" y="0"/>
                  </a:moveTo>
                  <a:lnTo>
                    <a:pt x="0" y="0"/>
                  </a:lnTo>
                  <a:lnTo>
                    <a:pt x="203200" y="167267"/>
                  </a:lnTo>
                  <a:lnTo>
                    <a:pt x="608735" y="167267"/>
                  </a:lnTo>
                  <a:lnTo>
                    <a:pt x="405535" y="0"/>
                  </a:lnTo>
                  <a:close/>
                </a:path>
              </a:pathLst>
            </a:custGeom>
            <a:solidFill>
              <a:srgbClr val="FFFFFF"/>
            </a:solidFill>
            <a:ln cap="sq">
              <a:noFill/>
              <a:prstDash val="solid"/>
              <a:miter/>
            </a:ln>
          </p:spPr>
        </p:sp>
        <p:sp>
          <p:nvSpPr>
            <p:cNvPr id="18" name="TextBox 18"/>
            <p:cNvSpPr txBox="1"/>
            <p:nvPr/>
          </p:nvSpPr>
          <p:spPr>
            <a:xfrm>
              <a:off x="101600" y="-47625"/>
              <a:ext cx="405535" cy="21489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9" name="Group 19"/>
          <p:cNvGrpSpPr/>
          <p:nvPr/>
        </p:nvGrpSpPr>
        <p:grpSpPr>
          <a:xfrm>
            <a:off x="17462301" y="-52473"/>
            <a:ext cx="5114499" cy="1405349"/>
            <a:chOff x="0" y="0"/>
            <a:chExt cx="608735" cy="167267"/>
          </a:xfrm>
        </p:grpSpPr>
        <p:sp>
          <p:nvSpPr>
            <p:cNvPr id="20" name="Freeform 20"/>
            <p:cNvSpPr/>
            <p:nvPr/>
          </p:nvSpPr>
          <p:spPr>
            <a:xfrm>
              <a:off x="0" y="0"/>
              <a:ext cx="608735" cy="167267"/>
            </a:xfrm>
            <a:custGeom>
              <a:avLst/>
              <a:gdLst/>
              <a:ahLst/>
              <a:cxnLst/>
              <a:rect l="l" t="t" r="r" b="b"/>
              <a:pathLst>
                <a:path w="608735" h="167267">
                  <a:moveTo>
                    <a:pt x="405535" y="0"/>
                  </a:moveTo>
                  <a:lnTo>
                    <a:pt x="0" y="0"/>
                  </a:lnTo>
                  <a:lnTo>
                    <a:pt x="203200" y="167267"/>
                  </a:lnTo>
                  <a:lnTo>
                    <a:pt x="608735" y="167267"/>
                  </a:lnTo>
                  <a:lnTo>
                    <a:pt x="405535" y="0"/>
                  </a:lnTo>
                  <a:close/>
                </a:path>
              </a:pathLst>
            </a:custGeom>
            <a:solidFill>
              <a:srgbClr val="FFFFFF"/>
            </a:solidFill>
            <a:ln cap="sq">
              <a:noFill/>
              <a:prstDash val="solid"/>
              <a:miter/>
            </a:ln>
          </p:spPr>
        </p:sp>
        <p:sp>
          <p:nvSpPr>
            <p:cNvPr id="21" name="TextBox 21"/>
            <p:cNvSpPr txBox="1"/>
            <p:nvPr/>
          </p:nvSpPr>
          <p:spPr>
            <a:xfrm>
              <a:off x="101600" y="-47625"/>
              <a:ext cx="405535" cy="21489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2" name="Group 22"/>
          <p:cNvGrpSpPr/>
          <p:nvPr/>
        </p:nvGrpSpPr>
        <p:grpSpPr>
          <a:xfrm>
            <a:off x="373447" y="1333826"/>
            <a:ext cx="4725613" cy="1395919"/>
            <a:chOff x="0" y="0"/>
            <a:chExt cx="750998" cy="221841"/>
          </a:xfrm>
        </p:grpSpPr>
        <p:sp>
          <p:nvSpPr>
            <p:cNvPr id="23" name="Freeform 23"/>
            <p:cNvSpPr/>
            <p:nvPr/>
          </p:nvSpPr>
          <p:spPr>
            <a:xfrm>
              <a:off x="0" y="0"/>
              <a:ext cx="750998" cy="221841"/>
            </a:xfrm>
            <a:custGeom>
              <a:avLst/>
              <a:gdLst/>
              <a:ahLst/>
              <a:cxnLst/>
              <a:rect l="l" t="t" r="r" b="b"/>
              <a:pathLst>
                <a:path w="750998" h="221841">
                  <a:moveTo>
                    <a:pt x="203200" y="0"/>
                  </a:moveTo>
                  <a:lnTo>
                    <a:pt x="750998" y="0"/>
                  </a:lnTo>
                  <a:lnTo>
                    <a:pt x="547798" y="221841"/>
                  </a:lnTo>
                  <a:lnTo>
                    <a:pt x="0" y="221841"/>
                  </a:lnTo>
                  <a:lnTo>
                    <a:pt x="203200" y="0"/>
                  </a:lnTo>
                  <a:close/>
                </a:path>
              </a:pathLst>
            </a:custGeom>
            <a:solidFill>
              <a:srgbClr val="FFFFFF"/>
            </a:solidFill>
            <a:ln cap="sq">
              <a:noFill/>
              <a:prstDash val="solid"/>
              <a:miter/>
            </a:ln>
          </p:spPr>
        </p:sp>
        <p:sp>
          <p:nvSpPr>
            <p:cNvPr id="24" name="TextBox 24"/>
            <p:cNvSpPr txBox="1"/>
            <p:nvPr/>
          </p:nvSpPr>
          <p:spPr>
            <a:xfrm>
              <a:off x="101600" y="-47625"/>
              <a:ext cx="547798" cy="26946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5" name="Group 25"/>
          <p:cNvGrpSpPr/>
          <p:nvPr/>
        </p:nvGrpSpPr>
        <p:grpSpPr>
          <a:xfrm>
            <a:off x="6201528" y="1333826"/>
            <a:ext cx="4725613" cy="1395919"/>
            <a:chOff x="0" y="0"/>
            <a:chExt cx="750998" cy="221841"/>
          </a:xfrm>
        </p:grpSpPr>
        <p:sp>
          <p:nvSpPr>
            <p:cNvPr id="26" name="Freeform 26"/>
            <p:cNvSpPr/>
            <p:nvPr/>
          </p:nvSpPr>
          <p:spPr>
            <a:xfrm>
              <a:off x="0" y="0"/>
              <a:ext cx="750998" cy="221841"/>
            </a:xfrm>
            <a:custGeom>
              <a:avLst/>
              <a:gdLst/>
              <a:ahLst/>
              <a:cxnLst/>
              <a:rect l="l" t="t" r="r" b="b"/>
              <a:pathLst>
                <a:path w="750998" h="221841">
                  <a:moveTo>
                    <a:pt x="203200" y="0"/>
                  </a:moveTo>
                  <a:lnTo>
                    <a:pt x="750998" y="0"/>
                  </a:lnTo>
                  <a:lnTo>
                    <a:pt x="547798" y="221841"/>
                  </a:lnTo>
                  <a:lnTo>
                    <a:pt x="0" y="221841"/>
                  </a:lnTo>
                  <a:lnTo>
                    <a:pt x="203200" y="0"/>
                  </a:lnTo>
                  <a:close/>
                </a:path>
              </a:pathLst>
            </a:custGeom>
            <a:solidFill>
              <a:srgbClr val="FFFFFF"/>
            </a:solidFill>
            <a:ln cap="sq">
              <a:noFill/>
              <a:prstDash val="solid"/>
              <a:miter/>
            </a:ln>
          </p:spPr>
        </p:sp>
        <p:sp>
          <p:nvSpPr>
            <p:cNvPr id="27" name="TextBox 27"/>
            <p:cNvSpPr txBox="1"/>
            <p:nvPr/>
          </p:nvSpPr>
          <p:spPr>
            <a:xfrm>
              <a:off x="101600" y="-47625"/>
              <a:ext cx="547798" cy="26946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8" name="Group 28"/>
          <p:cNvGrpSpPr/>
          <p:nvPr/>
        </p:nvGrpSpPr>
        <p:grpSpPr>
          <a:xfrm>
            <a:off x="12029610" y="1333826"/>
            <a:ext cx="4725613" cy="1395919"/>
            <a:chOff x="0" y="0"/>
            <a:chExt cx="750998" cy="221841"/>
          </a:xfrm>
        </p:grpSpPr>
        <p:sp>
          <p:nvSpPr>
            <p:cNvPr id="29" name="Freeform 29"/>
            <p:cNvSpPr/>
            <p:nvPr/>
          </p:nvSpPr>
          <p:spPr>
            <a:xfrm>
              <a:off x="0" y="0"/>
              <a:ext cx="750998" cy="221841"/>
            </a:xfrm>
            <a:custGeom>
              <a:avLst/>
              <a:gdLst/>
              <a:ahLst/>
              <a:cxnLst/>
              <a:rect l="l" t="t" r="r" b="b"/>
              <a:pathLst>
                <a:path w="750998" h="221841">
                  <a:moveTo>
                    <a:pt x="203200" y="0"/>
                  </a:moveTo>
                  <a:lnTo>
                    <a:pt x="750998" y="0"/>
                  </a:lnTo>
                  <a:lnTo>
                    <a:pt x="547798" y="221841"/>
                  </a:lnTo>
                  <a:lnTo>
                    <a:pt x="0" y="221841"/>
                  </a:lnTo>
                  <a:lnTo>
                    <a:pt x="203200" y="0"/>
                  </a:lnTo>
                  <a:close/>
                </a:path>
              </a:pathLst>
            </a:custGeom>
            <a:solidFill>
              <a:srgbClr val="FFFFFF"/>
            </a:solidFill>
            <a:ln cap="sq">
              <a:noFill/>
              <a:prstDash val="solid"/>
              <a:miter/>
            </a:ln>
          </p:spPr>
        </p:sp>
        <p:sp>
          <p:nvSpPr>
            <p:cNvPr id="30" name="TextBox 30"/>
            <p:cNvSpPr txBox="1"/>
            <p:nvPr/>
          </p:nvSpPr>
          <p:spPr>
            <a:xfrm>
              <a:off x="101600" y="-47625"/>
              <a:ext cx="547798" cy="26946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31" name="Group 31"/>
          <p:cNvGrpSpPr/>
          <p:nvPr/>
        </p:nvGrpSpPr>
        <p:grpSpPr>
          <a:xfrm>
            <a:off x="17860123" y="1333826"/>
            <a:ext cx="4725613" cy="1395919"/>
            <a:chOff x="0" y="0"/>
            <a:chExt cx="750998" cy="221841"/>
          </a:xfrm>
        </p:grpSpPr>
        <p:sp>
          <p:nvSpPr>
            <p:cNvPr id="32" name="Freeform 32"/>
            <p:cNvSpPr/>
            <p:nvPr/>
          </p:nvSpPr>
          <p:spPr>
            <a:xfrm>
              <a:off x="0" y="0"/>
              <a:ext cx="750998" cy="221841"/>
            </a:xfrm>
            <a:custGeom>
              <a:avLst/>
              <a:gdLst/>
              <a:ahLst/>
              <a:cxnLst/>
              <a:rect l="l" t="t" r="r" b="b"/>
              <a:pathLst>
                <a:path w="750998" h="221841">
                  <a:moveTo>
                    <a:pt x="203200" y="0"/>
                  </a:moveTo>
                  <a:lnTo>
                    <a:pt x="750998" y="0"/>
                  </a:lnTo>
                  <a:lnTo>
                    <a:pt x="547798" y="221841"/>
                  </a:lnTo>
                  <a:lnTo>
                    <a:pt x="0" y="221841"/>
                  </a:lnTo>
                  <a:lnTo>
                    <a:pt x="203200" y="0"/>
                  </a:lnTo>
                  <a:close/>
                </a:path>
              </a:pathLst>
            </a:custGeom>
            <a:solidFill>
              <a:srgbClr val="FFFFFF"/>
            </a:solidFill>
            <a:ln cap="sq">
              <a:noFill/>
              <a:prstDash val="solid"/>
              <a:miter/>
            </a:ln>
          </p:spPr>
        </p:sp>
        <p:sp>
          <p:nvSpPr>
            <p:cNvPr id="33" name="TextBox 33"/>
            <p:cNvSpPr txBox="1"/>
            <p:nvPr/>
          </p:nvSpPr>
          <p:spPr>
            <a:xfrm>
              <a:off x="101600" y="-47625"/>
              <a:ext cx="547798" cy="26946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34" name="Freeform 34"/>
          <p:cNvSpPr/>
          <p:nvPr/>
        </p:nvSpPr>
        <p:spPr>
          <a:xfrm>
            <a:off x="2251226" y="5429250"/>
            <a:ext cx="7315200" cy="159604"/>
          </a:xfrm>
          <a:custGeom>
            <a:avLst/>
            <a:gdLst/>
            <a:ahLst/>
            <a:cxnLst/>
            <a:rect l="l" t="t" r="r" b="b"/>
            <a:pathLst>
              <a:path w="7315200" h="159604">
                <a:moveTo>
                  <a:pt x="0" y="0"/>
                </a:moveTo>
                <a:lnTo>
                  <a:pt x="7315200" y="0"/>
                </a:lnTo>
                <a:lnTo>
                  <a:pt x="7315200" y="159604"/>
                </a:lnTo>
                <a:lnTo>
                  <a:pt x="0" y="1596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5" name="Freeform 35"/>
          <p:cNvSpPr/>
          <p:nvPr/>
        </p:nvSpPr>
        <p:spPr>
          <a:xfrm>
            <a:off x="8721574" y="5429250"/>
            <a:ext cx="7315200" cy="159604"/>
          </a:xfrm>
          <a:custGeom>
            <a:avLst/>
            <a:gdLst/>
            <a:ahLst/>
            <a:cxnLst/>
            <a:rect l="l" t="t" r="r" b="b"/>
            <a:pathLst>
              <a:path w="7315200" h="159604">
                <a:moveTo>
                  <a:pt x="0" y="0"/>
                </a:moveTo>
                <a:lnTo>
                  <a:pt x="7315200" y="0"/>
                </a:lnTo>
                <a:lnTo>
                  <a:pt x="7315200" y="159604"/>
                </a:lnTo>
                <a:lnTo>
                  <a:pt x="0" y="1596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6" name="Freeform 36"/>
          <p:cNvSpPr/>
          <p:nvPr/>
        </p:nvSpPr>
        <p:spPr>
          <a:xfrm>
            <a:off x="2251226" y="7311598"/>
            <a:ext cx="7315200" cy="159604"/>
          </a:xfrm>
          <a:custGeom>
            <a:avLst/>
            <a:gdLst/>
            <a:ahLst/>
            <a:cxnLst/>
            <a:rect l="l" t="t" r="r" b="b"/>
            <a:pathLst>
              <a:path w="7315200" h="159604">
                <a:moveTo>
                  <a:pt x="0" y="0"/>
                </a:moveTo>
                <a:lnTo>
                  <a:pt x="7315200" y="0"/>
                </a:lnTo>
                <a:lnTo>
                  <a:pt x="7315200" y="159604"/>
                </a:lnTo>
                <a:lnTo>
                  <a:pt x="0" y="1596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7" name="Freeform 37"/>
          <p:cNvSpPr/>
          <p:nvPr/>
        </p:nvSpPr>
        <p:spPr>
          <a:xfrm>
            <a:off x="8721574" y="7311598"/>
            <a:ext cx="7315200" cy="159604"/>
          </a:xfrm>
          <a:custGeom>
            <a:avLst/>
            <a:gdLst/>
            <a:ahLst/>
            <a:cxnLst/>
            <a:rect l="l" t="t" r="r" b="b"/>
            <a:pathLst>
              <a:path w="7315200" h="159604">
                <a:moveTo>
                  <a:pt x="0" y="0"/>
                </a:moveTo>
                <a:lnTo>
                  <a:pt x="7315200" y="0"/>
                </a:lnTo>
                <a:lnTo>
                  <a:pt x="7315200" y="159604"/>
                </a:lnTo>
                <a:lnTo>
                  <a:pt x="0" y="1596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8" name="Freeform 38"/>
          <p:cNvSpPr/>
          <p:nvPr/>
        </p:nvSpPr>
        <p:spPr>
          <a:xfrm rot="4490682">
            <a:off x="15266751" y="6938664"/>
            <a:ext cx="1316736" cy="4114800"/>
          </a:xfrm>
          <a:custGeom>
            <a:avLst/>
            <a:gdLst/>
            <a:ahLst/>
            <a:cxnLst/>
            <a:rect l="l" t="t" r="r" b="b"/>
            <a:pathLst>
              <a:path w="1316736" h="4114800">
                <a:moveTo>
                  <a:pt x="0" y="0"/>
                </a:moveTo>
                <a:lnTo>
                  <a:pt x="1316736" y="0"/>
                </a:lnTo>
                <a:lnTo>
                  <a:pt x="1316736"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9" name="TextBox 39"/>
          <p:cNvSpPr txBox="1"/>
          <p:nvPr/>
        </p:nvSpPr>
        <p:spPr>
          <a:xfrm>
            <a:off x="2535305" y="3822109"/>
            <a:ext cx="14491145" cy="2149474"/>
          </a:xfrm>
          <a:prstGeom prst="rect">
            <a:avLst/>
          </a:prstGeom>
        </p:spPr>
        <p:txBody>
          <a:bodyPr lIns="0" tIns="0" rIns="0" bIns="0" rtlCol="0" anchor="t">
            <a:spAutoFit/>
          </a:bodyPr>
          <a:lstStyle/>
          <a:p>
            <a:pPr algn="l">
              <a:lnSpc>
                <a:spcPts val="17500"/>
              </a:lnSpc>
            </a:pPr>
            <a:r>
              <a:rPr lang="en-US" sz="12500">
                <a:solidFill>
                  <a:srgbClr val="FFFFFF"/>
                </a:solidFill>
                <a:latin typeface="Special Elite"/>
                <a:ea typeface="Special Elite"/>
                <a:cs typeface="Special Elite"/>
                <a:sym typeface="Special Elite"/>
              </a:rPr>
              <a:t>Thank You</a:t>
            </a:r>
          </a:p>
        </p:txBody>
      </p:sp>
      <p:sp>
        <p:nvSpPr>
          <p:cNvPr id="40" name="TextBox 40"/>
          <p:cNvSpPr txBox="1"/>
          <p:nvPr/>
        </p:nvSpPr>
        <p:spPr>
          <a:xfrm>
            <a:off x="2812453" y="6419276"/>
            <a:ext cx="8897966" cy="863600"/>
          </a:xfrm>
          <a:prstGeom prst="rect">
            <a:avLst/>
          </a:prstGeom>
        </p:spPr>
        <p:txBody>
          <a:bodyPr lIns="0" tIns="0" rIns="0" bIns="0" rtlCol="0" anchor="t">
            <a:spAutoFit/>
          </a:bodyPr>
          <a:lstStyle/>
          <a:p>
            <a:pPr marL="0" lvl="0" indent="0" algn="l">
              <a:lnSpc>
                <a:spcPts val="7000"/>
              </a:lnSpc>
              <a:spcBef>
                <a:spcPct val="0"/>
              </a:spcBef>
            </a:pPr>
            <a:r>
              <a:rPr lang="en-US" sz="5000" u="none" strike="noStrike">
                <a:solidFill>
                  <a:srgbClr val="FFFFFF"/>
                </a:solidFill>
                <a:latin typeface="Glacial Indifference"/>
                <a:ea typeface="Glacial Indifference"/>
                <a:cs typeface="Glacial Indifference"/>
                <a:sym typeface="Glacial Indifference"/>
              </a:rPr>
              <a:t>by Fauget Group</a:t>
            </a:r>
          </a:p>
        </p:txBody>
      </p:sp>
      <p:sp>
        <p:nvSpPr>
          <p:cNvPr id="41" name="TextBox 41"/>
          <p:cNvSpPr txBox="1"/>
          <p:nvPr/>
        </p:nvSpPr>
        <p:spPr>
          <a:xfrm rot="-912620">
            <a:off x="11996256" y="8464833"/>
            <a:ext cx="7825238" cy="1038225"/>
          </a:xfrm>
          <a:prstGeom prst="rect">
            <a:avLst/>
          </a:prstGeom>
        </p:spPr>
        <p:txBody>
          <a:bodyPr lIns="0" tIns="0" rIns="0" bIns="0" rtlCol="0" anchor="t">
            <a:spAutoFit/>
          </a:bodyPr>
          <a:lstStyle/>
          <a:p>
            <a:pPr algn="ctr">
              <a:lnSpc>
                <a:spcPts val="8400"/>
              </a:lnSpc>
            </a:pPr>
            <a:r>
              <a:rPr lang="en-US" sz="6000" spc="929">
                <a:solidFill>
                  <a:srgbClr val="FF312D"/>
                </a:solidFill>
                <a:latin typeface="Special Elite"/>
                <a:ea typeface="Special Elite"/>
                <a:cs typeface="Special Elite"/>
                <a:sym typeface="Special Elite"/>
              </a:rPr>
              <a:t>FINISH</a:t>
            </a:r>
          </a:p>
        </p:txBody>
      </p:sp>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TotalTime>
  <Words>656</Words>
  <Application>Microsoft Office PowerPoint</Application>
  <PresentationFormat>Custom</PresentationFormat>
  <Paragraphs>41</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Glacial Indifference</vt:lpstr>
      <vt:lpstr>Pristina</vt:lpstr>
      <vt:lpstr>Arial</vt:lpstr>
      <vt:lpstr>Comic Sans MS</vt:lpstr>
      <vt:lpstr>Special Elite</vt:lpstr>
      <vt:lpstr>Forte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Illustration Classic Movie Cinema History Project Presentation</dc:title>
  <dc:creator>Elin Pattanayak</dc:creator>
  <cp:lastModifiedBy>Elin Pattanayak</cp:lastModifiedBy>
  <cp:revision>2</cp:revision>
  <dcterms:created xsi:type="dcterms:W3CDTF">2006-08-16T00:00:00Z</dcterms:created>
  <dcterms:modified xsi:type="dcterms:W3CDTF">2025-05-27T07:29:49Z</dcterms:modified>
  <dc:identifier>DAGonfR9AZo</dc:identifier>
</cp:coreProperties>
</file>