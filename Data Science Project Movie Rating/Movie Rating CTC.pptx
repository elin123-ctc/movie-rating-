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7" r:id="rId13"/>
  </p:sldIdLst>
  <p:sldSz cx="18288000" cy="10287000"/>
  <p:notesSz cx="6858000" cy="9144000"/>
  <p:embeddedFontLst>
    <p:embeddedFont>
      <p:font typeface="DM Sans" pitchFamily="2" charset="0"/>
      <p:regular r:id="rId14"/>
    </p:embeddedFont>
    <p:embeddedFont>
      <p:font typeface="DM Sans Bold" panose="020B0604020202020204" charset="0"/>
      <p:regular r:id="rId15"/>
    </p:embeddedFont>
    <p:embeddedFont>
      <p:font typeface="Poppins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25.sv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7.svg"/><Relationship Id="rId7" Type="http://schemas.openxmlformats.org/officeDocument/2006/relationships/image" Target="../media/image25.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9.svg"/><Relationship Id="rId4" Type="http://schemas.openxmlformats.org/officeDocument/2006/relationships/image" Target="../media/image28.png"/><Relationship Id="rId9" Type="http://schemas.openxmlformats.org/officeDocument/2006/relationships/image" Target="../media/image31.sv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3.svg"/><Relationship Id="rId7" Type="http://schemas.openxmlformats.org/officeDocument/2006/relationships/image" Target="../media/image35.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7.svg"/><Relationship Id="rId5" Type="http://schemas.openxmlformats.org/officeDocument/2006/relationships/image" Target="../media/image33.svg"/><Relationship Id="rId10" Type="http://schemas.openxmlformats.org/officeDocument/2006/relationships/image" Target="../media/image36.png"/><Relationship Id="rId4" Type="http://schemas.openxmlformats.org/officeDocument/2006/relationships/image" Target="../media/image32.png"/><Relationship Id="rId9" Type="http://schemas.openxmlformats.org/officeDocument/2006/relationships/image" Target="../media/image25.svg"/></Relationships>
</file>

<file path=ppt/slides/_rels/slide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7.xml"/><Relationship Id="rId5" Type="http://schemas.openxmlformats.org/officeDocument/2006/relationships/image" Target="../media/image41.svg"/><Relationship Id="rId4" Type="http://schemas.openxmlformats.org/officeDocument/2006/relationships/image" Target="../media/image40.png"/></Relationships>
</file>

<file path=ppt/slides/_rels/slide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4.svg"/></Relationships>
</file>

<file path=ppt/slides/_rels/slide9.xml.rels><?xml version="1.0" encoding="UTF-8" standalone="yes"?>
<Relationships xmlns="http://schemas.openxmlformats.org/package/2006/relationships"><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s/_rels/slide10.xml.rels><?xml version="1.0" encoding="UTF-8" standalone="yes"?>
<Relationships xmlns="http://schemas.openxmlformats.org/package/2006/relationships"><Relationship Id="rId3" Type="http://schemas.openxmlformats.org/officeDocument/2006/relationships/image" Target="../media/image46.svg"/><Relationship Id="rId7" Type="http://schemas.openxmlformats.org/officeDocument/2006/relationships/image" Target="../media/image52.sv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37.sv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25.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svg"/><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rot="242610">
            <a:off x="11389629" y="3182000"/>
            <a:ext cx="13560324" cy="11834465"/>
          </a:xfrm>
          <a:custGeom>
            <a:avLst/>
            <a:gdLst/>
            <a:ahLst/>
            <a:cxnLst/>
            <a:rect l="l" t="t" r="r" b="b"/>
            <a:pathLst>
              <a:path w="13560324" h="11834465">
                <a:moveTo>
                  <a:pt x="0" y="0"/>
                </a:moveTo>
                <a:lnTo>
                  <a:pt x="13560324" y="0"/>
                </a:lnTo>
                <a:lnTo>
                  <a:pt x="13560324" y="11834465"/>
                </a:lnTo>
                <a:lnTo>
                  <a:pt x="0" y="118344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526135" y="6346978"/>
            <a:ext cx="3643656" cy="3372038"/>
          </a:xfrm>
          <a:custGeom>
            <a:avLst/>
            <a:gdLst/>
            <a:ahLst/>
            <a:cxnLst/>
            <a:rect l="l" t="t" r="r" b="b"/>
            <a:pathLst>
              <a:path w="3643656" h="3372038">
                <a:moveTo>
                  <a:pt x="0" y="0"/>
                </a:moveTo>
                <a:lnTo>
                  <a:pt x="3643656" y="0"/>
                </a:lnTo>
                <a:lnTo>
                  <a:pt x="3643656" y="3372038"/>
                </a:lnTo>
                <a:lnTo>
                  <a:pt x="0" y="33720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6703373" y="6660738"/>
            <a:ext cx="4881254" cy="851461"/>
            <a:chOff x="0" y="0"/>
            <a:chExt cx="1285598" cy="224253"/>
          </a:xfrm>
        </p:grpSpPr>
        <p:sp>
          <p:nvSpPr>
            <p:cNvPr id="5" name="Freeform 5"/>
            <p:cNvSpPr/>
            <p:nvPr/>
          </p:nvSpPr>
          <p:spPr>
            <a:xfrm>
              <a:off x="0" y="0"/>
              <a:ext cx="1285598" cy="224253"/>
            </a:xfrm>
            <a:custGeom>
              <a:avLst/>
              <a:gdLst/>
              <a:ahLst/>
              <a:cxnLst/>
              <a:rect l="l" t="t" r="r" b="b"/>
              <a:pathLst>
                <a:path w="1285598" h="224253">
                  <a:moveTo>
                    <a:pt x="49168" y="0"/>
                  </a:moveTo>
                  <a:lnTo>
                    <a:pt x="1236430" y="0"/>
                  </a:lnTo>
                  <a:cubicBezTo>
                    <a:pt x="1263585" y="0"/>
                    <a:pt x="1285598" y="22013"/>
                    <a:pt x="1285598" y="49168"/>
                  </a:cubicBezTo>
                  <a:lnTo>
                    <a:pt x="1285598" y="175086"/>
                  </a:lnTo>
                  <a:cubicBezTo>
                    <a:pt x="1285598" y="188126"/>
                    <a:pt x="1280418" y="200632"/>
                    <a:pt x="1271197" y="209852"/>
                  </a:cubicBezTo>
                  <a:cubicBezTo>
                    <a:pt x="1261976" y="219073"/>
                    <a:pt x="1249470" y="224253"/>
                    <a:pt x="1236430" y="224253"/>
                  </a:cubicBezTo>
                  <a:lnTo>
                    <a:pt x="49168" y="224253"/>
                  </a:lnTo>
                  <a:cubicBezTo>
                    <a:pt x="22013" y="224253"/>
                    <a:pt x="0" y="202240"/>
                    <a:pt x="0" y="175086"/>
                  </a:cubicBezTo>
                  <a:lnTo>
                    <a:pt x="0" y="49168"/>
                  </a:lnTo>
                  <a:cubicBezTo>
                    <a:pt x="0" y="22013"/>
                    <a:pt x="22013" y="0"/>
                    <a:pt x="49168" y="0"/>
                  </a:cubicBezTo>
                  <a:close/>
                </a:path>
              </a:pathLst>
            </a:custGeom>
            <a:solidFill>
              <a:srgbClr val="E08479"/>
            </a:solidFill>
          </p:spPr>
        </p:sp>
        <p:sp>
          <p:nvSpPr>
            <p:cNvPr id="6" name="TextBox 6"/>
            <p:cNvSpPr txBox="1"/>
            <p:nvPr/>
          </p:nvSpPr>
          <p:spPr>
            <a:xfrm>
              <a:off x="0" y="-47625"/>
              <a:ext cx="1285598" cy="271878"/>
            </a:xfrm>
            <a:prstGeom prst="rect">
              <a:avLst/>
            </a:prstGeom>
          </p:spPr>
          <p:txBody>
            <a:bodyPr lIns="50800" tIns="50800" rIns="50800" bIns="50800" rtlCol="0" anchor="ctr"/>
            <a:lstStyle/>
            <a:p>
              <a:pPr algn="ctr">
                <a:lnSpc>
                  <a:spcPts val="2940"/>
                </a:lnSpc>
              </a:pPr>
              <a:endParaRPr/>
            </a:p>
          </p:txBody>
        </p:sp>
      </p:grpSp>
      <p:sp>
        <p:nvSpPr>
          <p:cNvPr id="7" name="Freeform 7"/>
          <p:cNvSpPr/>
          <p:nvPr/>
        </p:nvSpPr>
        <p:spPr>
          <a:xfrm rot="242610">
            <a:off x="-7579047" y="-4999020"/>
            <a:ext cx="13560324" cy="11834465"/>
          </a:xfrm>
          <a:custGeom>
            <a:avLst/>
            <a:gdLst/>
            <a:ahLst/>
            <a:cxnLst/>
            <a:rect l="l" t="t" r="r" b="b"/>
            <a:pathLst>
              <a:path w="13560324" h="11834465">
                <a:moveTo>
                  <a:pt x="0" y="0"/>
                </a:moveTo>
                <a:lnTo>
                  <a:pt x="13560324" y="0"/>
                </a:lnTo>
                <a:lnTo>
                  <a:pt x="13560324" y="11834465"/>
                </a:lnTo>
                <a:lnTo>
                  <a:pt x="0" y="118344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4759287" y="2946251"/>
            <a:ext cx="8769427" cy="3502626"/>
          </a:xfrm>
          <a:prstGeom prst="rect">
            <a:avLst/>
          </a:prstGeom>
        </p:spPr>
        <p:txBody>
          <a:bodyPr lIns="0" tIns="0" rIns="0" bIns="0" rtlCol="0" anchor="t">
            <a:spAutoFit/>
          </a:bodyPr>
          <a:lstStyle/>
          <a:p>
            <a:pPr algn="ctr">
              <a:lnSpc>
                <a:spcPts val="13382"/>
              </a:lnSpc>
            </a:pPr>
            <a:r>
              <a:rPr lang="en-US" sz="13796" b="1" dirty="0">
                <a:solidFill>
                  <a:srgbClr val="222222"/>
                </a:solidFill>
                <a:latin typeface="Poppins Bold"/>
                <a:ea typeface="Poppins Bold"/>
                <a:cs typeface="Poppins Bold"/>
                <a:sym typeface="Poppins Bold"/>
              </a:rPr>
              <a:t>MOVIE RATING</a:t>
            </a:r>
          </a:p>
        </p:txBody>
      </p:sp>
      <p:sp>
        <p:nvSpPr>
          <p:cNvPr id="9" name="Freeform 9"/>
          <p:cNvSpPr/>
          <p:nvPr/>
        </p:nvSpPr>
        <p:spPr>
          <a:xfrm>
            <a:off x="453649" y="410450"/>
            <a:ext cx="4305637" cy="3337703"/>
          </a:xfrm>
          <a:custGeom>
            <a:avLst/>
            <a:gdLst/>
            <a:ahLst/>
            <a:cxnLst/>
            <a:rect l="l" t="t" r="r" b="b"/>
            <a:pathLst>
              <a:path w="4305637" h="3337703">
                <a:moveTo>
                  <a:pt x="0" y="0"/>
                </a:moveTo>
                <a:lnTo>
                  <a:pt x="4305638" y="0"/>
                </a:lnTo>
                <a:lnTo>
                  <a:pt x="4305638" y="3337703"/>
                </a:lnTo>
                <a:lnTo>
                  <a:pt x="0" y="33377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rot="-5400000">
            <a:off x="281914" y="7177122"/>
            <a:ext cx="1789682" cy="296111"/>
          </a:xfrm>
          <a:custGeom>
            <a:avLst/>
            <a:gdLst/>
            <a:ahLst/>
            <a:cxnLst/>
            <a:rect l="l" t="t" r="r" b="b"/>
            <a:pathLst>
              <a:path w="1789682" h="296111">
                <a:moveTo>
                  <a:pt x="0" y="0"/>
                </a:moveTo>
                <a:lnTo>
                  <a:pt x="1789683" y="0"/>
                </a:lnTo>
                <a:lnTo>
                  <a:pt x="1789683" y="296111"/>
                </a:lnTo>
                <a:lnTo>
                  <a:pt x="0" y="296111"/>
                </a:lnTo>
                <a:lnTo>
                  <a:pt x="0" y="0"/>
                </a:lnTo>
                <a:close/>
              </a:path>
            </a:pathLst>
          </a:custGeom>
          <a:blipFill>
            <a:blip r:embed="rId8">
              <a:alphaModFix amt="13000"/>
              <a:extLst>
                <a:ext uri="{96DAC541-7B7A-43D3-8B79-37D633B846F1}">
                  <asvg:svgBlip xmlns:asvg="http://schemas.microsoft.com/office/drawing/2016/SVG/main" r:embed="rId9"/>
                </a:ext>
              </a:extLst>
            </a:blip>
            <a:stretch>
              <a:fillRect/>
            </a:stretch>
          </a:blipFill>
        </p:spPr>
      </p:sp>
      <p:sp>
        <p:nvSpPr>
          <p:cNvPr id="11" name="Freeform 11"/>
          <p:cNvSpPr/>
          <p:nvPr/>
        </p:nvSpPr>
        <p:spPr>
          <a:xfrm rot="-5400000">
            <a:off x="16216403" y="2813767"/>
            <a:ext cx="1789682" cy="296111"/>
          </a:xfrm>
          <a:custGeom>
            <a:avLst/>
            <a:gdLst/>
            <a:ahLst/>
            <a:cxnLst/>
            <a:rect l="l" t="t" r="r" b="b"/>
            <a:pathLst>
              <a:path w="1789682" h="296111">
                <a:moveTo>
                  <a:pt x="0" y="0"/>
                </a:moveTo>
                <a:lnTo>
                  <a:pt x="1789683" y="0"/>
                </a:lnTo>
                <a:lnTo>
                  <a:pt x="1789683" y="296111"/>
                </a:lnTo>
                <a:lnTo>
                  <a:pt x="0" y="296111"/>
                </a:lnTo>
                <a:lnTo>
                  <a:pt x="0" y="0"/>
                </a:lnTo>
                <a:close/>
              </a:path>
            </a:pathLst>
          </a:custGeom>
          <a:blipFill>
            <a:blip r:embed="rId8">
              <a:alphaModFix amt="13000"/>
              <a:extLst>
                <a:ext uri="{96DAC541-7B7A-43D3-8B79-37D633B846F1}">
                  <asvg:svgBlip xmlns:asvg="http://schemas.microsoft.com/office/drawing/2016/SVG/main" r:embed="rId9"/>
                </a:ext>
              </a:extLst>
            </a:blip>
            <a:stretch>
              <a:fillRect/>
            </a:stretch>
          </a:blipFill>
        </p:spPr>
      </p:sp>
      <p:sp>
        <p:nvSpPr>
          <p:cNvPr id="14" name="TextBox 14"/>
          <p:cNvSpPr txBox="1"/>
          <p:nvPr/>
        </p:nvSpPr>
        <p:spPr>
          <a:xfrm>
            <a:off x="6669645" y="6805787"/>
            <a:ext cx="4881254" cy="706412"/>
          </a:xfrm>
          <a:prstGeom prst="rect">
            <a:avLst/>
          </a:prstGeom>
        </p:spPr>
        <p:txBody>
          <a:bodyPr lIns="0" tIns="0" rIns="0" bIns="0" rtlCol="0" anchor="t">
            <a:spAutoFit/>
          </a:bodyPr>
          <a:lstStyle/>
          <a:p>
            <a:pPr marL="0" lvl="0" indent="0" algn="ctr">
              <a:lnSpc>
                <a:spcPts val="2715"/>
              </a:lnSpc>
              <a:spcBef>
                <a:spcPct val="0"/>
              </a:spcBef>
            </a:pPr>
            <a:r>
              <a:rPr lang="en-US" sz="2799" b="1" dirty="0">
                <a:solidFill>
                  <a:srgbClr val="222222"/>
                </a:solidFill>
                <a:latin typeface="Poppins Bold"/>
                <a:ea typeface="Poppins Bold"/>
                <a:cs typeface="Poppins Bold"/>
                <a:sym typeface="Poppins Bold"/>
              </a:rPr>
              <a:t>Guidance By: Bhabani Shanker Sahoo</a:t>
            </a:r>
          </a:p>
        </p:txBody>
      </p:sp>
      <p:pic>
        <p:nvPicPr>
          <p:cNvPr id="1026" name="Picture 2" descr="Home Page">
            <a:extLst>
              <a:ext uri="{FF2B5EF4-FFF2-40B4-BE49-F238E27FC236}">
                <a16:creationId xmlns:a16="http://schemas.microsoft.com/office/drawing/2014/main" id="{23064031-CE8C-6DAF-F414-8BD90FFB793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5849600" y="0"/>
            <a:ext cx="1857263" cy="18572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8529668"/>
            <a:ext cx="1757332" cy="1757332"/>
            <a:chOff x="0" y="0"/>
            <a:chExt cx="462836" cy="462836"/>
          </a:xfrm>
        </p:grpSpPr>
        <p:sp>
          <p:nvSpPr>
            <p:cNvPr id="3" name="Freeform 3"/>
            <p:cNvSpPr/>
            <p:nvPr/>
          </p:nvSpPr>
          <p:spPr>
            <a:xfrm>
              <a:off x="0" y="0"/>
              <a:ext cx="462836" cy="462836"/>
            </a:xfrm>
            <a:custGeom>
              <a:avLst/>
              <a:gdLst/>
              <a:ahLst/>
              <a:cxnLst/>
              <a:rect l="l" t="t" r="r" b="b"/>
              <a:pathLst>
                <a:path w="462836" h="462836">
                  <a:moveTo>
                    <a:pt x="0" y="0"/>
                  </a:moveTo>
                  <a:lnTo>
                    <a:pt x="462836" y="0"/>
                  </a:lnTo>
                  <a:lnTo>
                    <a:pt x="462836" y="462836"/>
                  </a:lnTo>
                  <a:lnTo>
                    <a:pt x="0" y="462836"/>
                  </a:lnTo>
                  <a:close/>
                </a:path>
              </a:pathLst>
            </a:custGeom>
            <a:solidFill>
              <a:srgbClr val="E08479"/>
            </a:solidFill>
          </p:spPr>
        </p:sp>
        <p:sp>
          <p:nvSpPr>
            <p:cNvPr id="4" name="TextBox 4"/>
            <p:cNvSpPr txBox="1"/>
            <p:nvPr/>
          </p:nvSpPr>
          <p:spPr>
            <a:xfrm>
              <a:off x="0" y="-47625"/>
              <a:ext cx="462836" cy="510461"/>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0" y="9048008"/>
            <a:ext cx="1757332" cy="625401"/>
          </a:xfrm>
          <a:prstGeom prst="rect">
            <a:avLst/>
          </a:prstGeom>
        </p:spPr>
        <p:txBody>
          <a:bodyPr lIns="0" tIns="0" rIns="0" bIns="0" rtlCol="0" anchor="t">
            <a:spAutoFit/>
          </a:bodyPr>
          <a:lstStyle/>
          <a:p>
            <a:pPr algn="ctr">
              <a:lnSpc>
                <a:spcPts val="4899"/>
              </a:lnSpc>
              <a:spcBef>
                <a:spcPct val="0"/>
              </a:spcBef>
            </a:pPr>
            <a:r>
              <a:rPr lang="en-US" sz="3499" b="1" spc="174">
                <a:solidFill>
                  <a:srgbClr val="222222"/>
                </a:solidFill>
                <a:latin typeface="Poppins Bold"/>
                <a:ea typeface="Poppins Bold"/>
                <a:cs typeface="Poppins Bold"/>
                <a:sym typeface="Poppins Bold"/>
              </a:rPr>
              <a:t>02</a:t>
            </a:r>
          </a:p>
        </p:txBody>
      </p:sp>
      <p:sp>
        <p:nvSpPr>
          <p:cNvPr id="6" name="AutoShape 6"/>
          <p:cNvSpPr/>
          <p:nvPr/>
        </p:nvSpPr>
        <p:spPr>
          <a:xfrm>
            <a:off x="1757332" y="0"/>
            <a:ext cx="0" cy="10287000"/>
          </a:xfrm>
          <a:prstGeom prst="line">
            <a:avLst/>
          </a:prstGeom>
          <a:ln w="38100" cap="flat">
            <a:solidFill>
              <a:srgbClr val="222222"/>
            </a:solidFill>
            <a:prstDash val="solid"/>
            <a:headEnd type="none" w="sm" len="sm"/>
            <a:tailEnd type="none" w="sm" len="sm"/>
          </a:ln>
        </p:spPr>
      </p:sp>
      <p:sp>
        <p:nvSpPr>
          <p:cNvPr id="7" name="AutoShape 7"/>
          <p:cNvSpPr/>
          <p:nvPr/>
        </p:nvSpPr>
        <p:spPr>
          <a:xfrm flipH="1">
            <a:off x="0" y="8529668"/>
            <a:ext cx="1757332" cy="0"/>
          </a:xfrm>
          <a:prstGeom prst="line">
            <a:avLst/>
          </a:prstGeom>
          <a:ln w="38100" cap="flat">
            <a:solidFill>
              <a:srgbClr val="222222"/>
            </a:solidFill>
            <a:prstDash val="solid"/>
            <a:headEnd type="none" w="sm" len="sm"/>
            <a:tailEnd type="none" w="sm" len="sm"/>
          </a:ln>
        </p:spPr>
      </p:sp>
      <p:sp>
        <p:nvSpPr>
          <p:cNvPr id="8" name="Freeform 8"/>
          <p:cNvSpPr/>
          <p:nvPr/>
        </p:nvSpPr>
        <p:spPr>
          <a:xfrm rot="1365147">
            <a:off x="10479138" y="1527361"/>
            <a:ext cx="13560324" cy="11834465"/>
          </a:xfrm>
          <a:custGeom>
            <a:avLst/>
            <a:gdLst/>
            <a:ahLst/>
            <a:cxnLst/>
            <a:rect l="l" t="t" r="r" b="b"/>
            <a:pathLst>
              <a:path w="13560324" h="11834465">
                <a:moveTo>
                  <a:pt x="0" y="0"/>
                </a:moveTo>
                <a:lnTo>
                  <a:pt x="13560324" y="0"/>
                </a:lnTo>
                <a:lnTo>
                  <a:pt x="13560324" y="11834464"/>
                </a:lnTo>
                <a:lnTo>
                  <a:pt x="0" y="118344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1972238" y="3284749"/>
            <a:ext cx="6315762" cy="7535074"/>
          </a:xfrm>
          <a:custGeom>
            <a:avLst/>
            <a:gdLst/>
            <a:ahLst/>
            <a:cxnLst/>
            <a:rect l="l" t="t" r="r" b="b"/>
            <a:pathLst>
              <a:path w="6315762" h="7535074">
                <a:moveTo>
                  <a:pt x="0" y="0"/>
                </a:moveTo>
                <a:lnTo>
                  <a:pt x="6315762" y="0"/>
                </a:lnTo>
                <a:lnTo>
                  <a:pt x="6315762" y="7535074"/>
                </a:lnTo>
                <a:lnTo>
                  <a:pt x="0" y="75350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2458938" y="701606"/>
            <a:ext cx="7711318" cy="8883787"/>
            <a:chOff x="0" y="0"/>
            <a:chExt cx="2030964" cy="2339763"/>
          </a:xfrm>
        </p:grpSpPr>
        <p:sp>
          <p:nvSpPr>
            <p:cNvPr id="11" name="Freeform 11"/>
            <p:cNvSpPr/>
            <p:nvPr/>
          </p:nvSpPr>
          <p:spPr>
            <a:xfrm>
              <a:off x="0" y="0"/>
              <a:ext cx="2030964" cy="2339763"/>
            </a:xfrm>
            <a:custGeom>
              <a:avLst/>
              <a:gdLst/>
              <a:ahLst/>
              <a:cxnLst/>
              <a:rect l="l" t="t" r="r" b="b"/>
              <a:pathLst>
                <a:path w="2030964" h="2339763">
                  <a:moveTo>
                    <a:pt x="34135" y="0"/>
                  </a:moveTo>
                  <a:lnTo>
                    <a:pt x="1996829" y="0"/>
                  </a:lnTo>
                  <a:cubicBezTo>
                    <a:pt x="2015682" y="0"/>
                    <a:pt x="2030964" y="15283"/>
                    <a:pt x="2030964" y="34135"/>
                  </a:cubicBezTo>
                  <a:lnTo>
                    <a:pt x="2030964" y="2305628"/>
                  </a:lnTo>
                  <a:cubicBezTo>
                    <a:pt x="2030964" y="2324480"/>
                    <a:pt x="2015682" y="2339763"/>
                    <a:pt x="1996829" y="2339763"/>
                  </a:cubicBezTo>
                  <a:lnTo>
                    <a:pt x="34135" y="2339763"/>
                  </a:lnTo>
                  <a:cubicBezTo>
                    <a:pt x="15283" y="2339763"/>
                    <a:pt x="0" y="2324480"/>
                    <a:pt x="0" y="2305628"/>
                  </a:cubicBezTo>
                  <a:lnTo>
                    <a:pt x="0" y="34135"/>
                  </a:lnTo>
                  <a:cubicBezTo>
                    <a:pt x="0" y="15283"/>
                    <a:pt x="15283" y="0"/>
                    <a:pt x="34135" y="0"/>
                  </a:cubicBezTo>
                  <a:close/>
                </a:path>
              </a:pathLst>
            </a:custGeom>
            <a:solidFill>
              <a:srgbClr val="E7E7E7"/>
            </a:solidFill>
          </p:spPr>
        </p:sp>
        <p:sp>
          <p:nvSpPr>
            <p:cNvPr id="12" name="TextBox 12"/>
            <p:cNvSpPr txBox="1"/>
            <p:nvPr/>
          </p:nvSpPr>
          <p:spPr>
            <a:xfrm>
              <a:off x="0" y="-47625"/>
              <a:ext cx="2030964" cy="2387388"/>
            </a:xfrm>
            <a:prstGeom prst="rect">
              <a:avLst/>
            </a:prstGeom>
          </p:spPr>
          <p:txBody>
            <a:bodyPr lIns="50800" tIns="50800" rIns="50800" bIns="50800" rtlCol="0" anchor="ctr"/>
            <a:lstStyle/>
            <a:p>
              <a:pPr algn="ctr">
                <a:lnSpc>
                  <a:spcPts val="2940"/>
                </a:lnSpc>
              </a:pPr>
              <a:endParaRPr/>
            </a:p>
          </p:txBody>
        </p:sp>
      </p:grpSp>
      <p:sp>
        <p:nvSpPr>
          <p:cNvPr id="13" name="TextBox 13"/>
          <p:cNvSpPr txBox="1"/>
          <p:nvPr/>
        </p:nvSpPr>
        <p:spPr>
          <a:xfrm>
            <a:off x="2973995" y="3435495"/>
            <a:ext cx="5560405" cy="6024085"/>
          </a:xfrm>
          <a:prstGeom prst="rect">
            <a:avLst/>
          </a:prstGeom>
        </p:spPr>
        <p:txBody>
          <a:bodyPr wrap="square" lIns="0" tIns="0" rIns="0" bIns="0" rtlCol="0" anchor="t">
            <a:spAutoFit/>
          </a:bodyPr>
          <a:lstStyle/>
          <a:p>
            <a:pPr marL="453390" lvl="1" indent="-226695" algn="l">
              <a:lnSpc>
                <a:spcPts val="5250"/>
              </a:lnSpc>
              <a:buFont typeface="Arial"/>
              <a:buChar char="•"/>
            </a:pPr>
            <a:r>
              <a:rPr lang="en-US" sz="2100" spc="210" dirty="0">
                <a:solidFill>
                  <a:srgbClr val="222222"/>
                </a:solidFill>
                <a:latin typeface="DM Sans"/>
                <a:ea typeface="DM Sans"/>
                <a:cs typeface="DM Sans"/>
                <a:sym typeface="DM Sans"/>
              </a:rPr>
              <a:t>Introduction to Data Science</a:t>
            </a:r>
          </a:p>
          <a:p>
            <a:pPr marL="453390" lvl="1" indent="-226695" algn="l">
              <a:lnSpc>
                <a:spcPts val="5250"/>
              </a:lnSpc>
              <a:buFont typeface="Arial"/>
              <a:buChar char="•"/>
            </a:pPr>
            <a:r>
              <a:rPr lang="en-US" sz="2100" spc="210" dirty="0">
                <a:solidFill>
                  <a:srgbClr val="222222"/>
                </a:solidFill>
                <a:latin typeface="DM Sans"/>
                <a:ea typeface="DM Sans"/>
                <a:cs typeface="DM Sans"/>
                <a:sym typeface="DM Sans"/>
              </a:rPr>
              <a:t>Objectives</a:t>
            </a:r>
          </a:p>
          <a:p>
            <a:pPr marL="453390" lvl="1" indent="-226695" algn="l">
              <a:lnSpc>
                <a:spcPts val="5250"/>
              </a:lnSpc>
              <a:buFont typeface="Arial"/>
              <a:buChar char="•"/>
            </a:pPr>
            <a:r>
              <a:rPr lang="en-US" sz="2100" spc="210" dirty="0">
                <a:solidFill>
                  <a:srgbClr val="222222"/>
                </a:solidFill>
                <a:latin typeface="DM Sans"/>
                <a:ea typeface="DM Sans"/>
                <a:cs typeface="DM Sans"/>
                <a:sym typeface="DM Sans"/>
              </a:rPr>
              <a:t>Process &amp; Methodology  </a:t>
            </a:r>
          </a:p>
          <a:p>
            <a:pPr marL="453390" lvl="1" indent="-226695" algn="l">
              <a:lnSpc>
                <a:spcPts val="5250"/>
              </a:lnSpc>
              <a:buFont typeface="Arial"/>
              <a:buChar char="•"/>
            </a:pPr>
            <a:r>
              <a:rPr lang="en-US" sz="2100" spc="210" dirty="0">
                <a:solidFill>
                  <a:srgbClr val="222222"/>
                </a:solidFill>
                <a:latin typeface="DM Sans"/>
                <a:ea typeface="DM Sans"/>
                <a:cs typeface="DM Sans"/>
                <a:sym typeface="DM Sans"/>
              </a:rPr>
              <a:t>About Data Collection</a:t>
            </a:r>
          </a:p>
          <a:p>
            <a:pPr marL="453390" lvl="1" indent="-226695" algn="l">
              <a:lnSpc>
                <a:spcPts val="5250"/>
              </a:lnSpc>
              <a:buFont typeface="Arial"/>
              <a:buChar char="•"/>
            </a:pPr>
            <a:r>
              <a:rPr lang="en-US" sz="2100" spc="210" dirty="0">
                <a:solidFill>
                  <a:srgbClr val="222222"/>
                </a:solidFill>
                <a:latin typeface="DM Sans"/>
                <a:ea typeface="DM Sans"/>
                <a:cs typeface="DM Sans"/>
                <a:sym typeface="DM Sans"/>
              </a:rPr>
              <a:t>Python Libraries</a:t>
            </a:r>
          </a:p>
          <a:p>
            <a:pPr marL="453390" lvl="1" indent="-226695" algn="l">
              <a:lnSpc>
                <a:spcPts val="5250"/>
              </a:lnSpc>
              <a:buFont typeface="Arial"/>
              <a:buChar char="•"/>
            </a:pPr>
            <a:r>
              <a:rPr lang="en-US" sz="2100" spc="210" dirty="0">
                <a:solidFill>
                  <a:srgbClr val="222222"/>
                </a:solidFill>
                <a:latin typeface="DM Sans"/>
                <a:ea typeface="DM Sans"/>
                <a:cs typeface="DM Sans"/>
                <a:sym typeface="DM Sans"/>
              </a:rPr>
              <a:t>Code and algorithms</a:t>
            </a:r>
          </a:p>
          <a:p>
            <a:pPr marL="453390" lvl="1" indent="-226695" algn="l">
              <a:lnSpc>
                <a:spcPts val="5250"/>
              </a:lnSpc>
              <a:buFont typeface="Arial"/>
              <a:buChar char="•"/>
            </a:pPr>
            <a:r>
              <a:rPr lang="en-US" sz="2100" spc="210" dirty="0">
                <a:solidFill>
                  <a:srgbClr val="222222"/>
                </a:solidFill>
                <a:latin typeface="DM Sans"/>
                <a:ea typeface="DM Sans"/>
                <a:cs typeface="DM Sans"/>
                <a:sym typeface="DM Sans"/>
              </a:rPr>
              <a:t>Power BI Visualization</a:t>
            </a:r>
          </a:p>
          <a:p>
            <a:pPr marL="453390" lvl="1" indent="-226695" algn="l">
              <a:lnSpc>
                <a:spcPts val="5250"/>
              </a:lnSpc>
              <a:buFont typeface="Arial"/>
              <a:buChar char="•"/>
            </a:pPr>
            <a:r>
              <a:rPr lang="en-US" sz="2100" spc="210" dirty="0">
                <a:solidFill>
                  <a:srgbClr val="222222"/>
                </a:solidFill>
                <a:latin typeface="DM Sans"/>
                <a:ea typeface="DM Sans"/>
                <a:cs typeface="DM Sans"/>
                <a:sym typeface="DM Sans"/>
              </a:rPr>
              <a:t>Future Scope</a:t>
            </a:r>
          </a:p>
          <a:p>
            <a:pPr marL="453390" lvl="1" indent="-226695" algn="l">
              <a:lnSpc>
                <a:spcPts val="5250"/>
              </a:lnSpc>
              <a:buFont typeface="Arial"/>
              <a:buChar char="•"/>
            </a:pPr>
            <a:r>
              <a:rPr lang="en-US" sz="2100" spc="210" dirty="0">
                <a:solidFill>
                  <a:srgbClr val="222222"/>
                </a:solidFill>
                <a:latin typeface="DM Sans"/>
                <a:ea typeface="DM Sans"/>
                <a:cs typeface="DM Sans"/>
                <a:sym typeface="DM Sans"/>
              </a:rPr>
              <a:t>Conclusion</a:t>
            </a:r>
          </a:p>
        </p:txBody>
      </p:sp>
      <p:sp>
        <p:nvSpPr>
          <p:cNvPr id="14" name="TextBox 14"/>
          <p:cNvSpPr txBox="1"/>
          <p:nvPr/>
        </p:nvSpPr>
        <p:spPr>
          <a:xfrm>
            <a:off x="8731752" y="3425970"/>
            <a:ext cx="586759" cy="6022546"/>
          </a:xfrm>
          <a:prstGeom prst="rect">
            <a:avLst/>
          </a:prstGeom>
        </p:spPr>
        <p:txBody>
          <a:bodyPr lIns="0" tIns="0" rIns="0" bIns="0" rtlCol="0" anchor="t">
            <a:spAutoFit/>
          </a:bodyPr>
          <a:lstStyle/>
          <a:p>
            <a:pPr algn="r">
              <a:lnSpc>
                <a:spcPts val="5250"/>
              </a:lnSpc>
            </a:pPr>
            <a:r>
              <a:rPr lang="en-US" sz="2100" b="1" dirty="0">
                <a:solidFill>
                  <a:srgbClr val="222222"/>
                </a:solidFill>
                <a:latin typeface="Poppins Bold"/>
                <a:ea typeface="Poppins Bold"/>
                <a:cs typeface="Poppins Bold"/>
                <a:sym typeface="Poppins Bold"/>
              </a:rPr>
              <a:t>03</a:t>
            </a:r>
          </a:p>
          <a:p>
            <a:pPr algn="r">
              <a:lnSpc>
                <a:spcPts val="5250"/>
              </a:lnSpc>
            </a:pPr>
            <a:r>
              <a:rPr lang="en-US" sz="2100" b="1" dirty="0">
                <a:solidFill>
                  <a:srgbClr val="222222"/>
                </a:solidFill>
                <a:latin typeface="Poppins Bold"/>
                <a:ea typeface="Poppins Bold"/>
                <a:cs typeface="Poppins Bold"/>
                <a:sym typeface="Poppins Bold"/>
              </a:rPr>
              <a:t>04</a:t>
            </a:r>
          </a:p>
          <a:p>
            <a:pPr algn="r">
              <a:lnSpc>
                <a:spcPts val="5250"/>
              </a:lnSpc>
            </a:pPr>
            <a:r>
              <a:rPr lang="en-US" sz="2100" b="1" dirty="0">
                <a:solidFill>
                  <a:srgbClr val="222222"/>
                </a:solidFill>
                <a:latin typeface="Poppins Bold"/>
                <a:ea typeface="Poppins Bold"/>
                <a:cs typeface="Poppins Bold"/>
                <a:sym typeface="Poppins Bold"/>
              </a:rPr>
              <a:t>05</a:t>
            </a:r>
          </a:p>
          <a:p>
            <a:pPr algn="r">
              <a:lnSpc>
                <a:spcPts val="5250"/>
              </a:lnSpc>
            </a:pPr>
            <a:r>
              <a:rPr lang="en-US" sz="2100" b="1" dirty="0">
                <a:solidFill>
                  <a:srgbClr val="222222"/>
                </a:solidFill>
                <a:latin typeface="Poppins Bold"/>
                <a:ea typeface="Poppins Bold"/>
                <a:cs typeface="Poppins Bold"/>
                <a:sym typeface="Poppins Bold"/>
              </a:rPr>
              <a:t>06</a:t>
            </a:r>
          </a:p>
          <a:p>
            <a:pPr algn="r">
              <a:lnSpc>
                <a:spcPts val="5250"/>
              </a:lnSpc>
            </a:pPr>
            <a:r>
              <a:rPr lang="en-US" sz="2100" b="1" dirty="0">
                <a:solidFill>
                  <a:srgbClr val="222222"/>
                </a:solidFill>
                <a:latin typeface="Poppins Bold"/>
                <a:ea typeface="Poppins Bold"/>
                <a:cs typeface="Poppins Bold"/>
                <a:sym typeface="Poppins Bold"/>
              </a:rPr>
              <a:t>07</a:t>
            </a:r>
          </a:p>
          <a:p>
            <a:pPr algn="r">
              <a:lnSpc>
                <a:spcPts val="5250"/>
              </a:lnSpc>
            </a:pPr>
            <a:r>
              <a:rPr lang="en-US" sz="2100" b="1" dirty="0">
                <a:solidFill>
                  <a:srgbClr val="222222"/>
                </a:solidFill>
                <a:latin typeface="Poppins Bold"/>
                <a:ea typeface="Poppins Bold"/>
                <a:cs typeface="Poppins Bold"/>
                <a:sym typeface="Poppins Bold"/>
              </a:rPr>
              <a:t>08</a:t>
            </a:r>
          </a:p>
          <a:p>
            <a:pPr algn="r">
              <a:lnSpc>
                <a:spcPts val="5250"/>
              </a:lnSpc>
            </a:pPr>
            <a:r>
              <a:rPr lang="en-US" sz="2100" b="1" dirty="0">
                <a:solidFill>
                  <a:srgbClr val="222222"/>
                </a:solidFill>
                <a:latin typeface="Poppins Bold"/>
                <a:ea typeface="Poppins Bold"/>
                <a:cs typeface="Poppins Bold"/>
                <a:sym typeface="Poppins Bold"/>
              </a:rPr>
              <a:t>09</a:t>
            </a:r>
          </a:p>
          <a:p>
            <a:pPr algn="r">
              <a:lnSpc>
                <a:spcPts val="5250"/>
              </a:lnSpc>
            </a:pPr>
            <a:r>
              <a:rPr lang="en-US" sz="2100" b="1" dirty="0">
                <a:solidFill>
                  <a:srgbClr val="222222"/>
                </a:solidFill>
                <a:latin typeface="Poppins Bold"/>
                <a:ea typeface="Poppins Bold"/>
                <a:cs typeface="Poppins Bold"/>
                <a:sym typeface="Poppins Bold"/>
              </a:rPr>
              <a:t>10</a:t>
            </a:r>
          </a:p>
          <a:p>
            <a:pPr algn="r">
              <a:lnSpc>
                <a:spcPts val="5250"/>
              </a:lnSpc>
            </a:pPr>
            <a:r>
              <a:rPr lang="en-US" sz="2100" b="1" dirty="0">
                <a:solidFill>
                  <a:srgbClr val="222222"/>
                </a:solidFill>
                <a:latin typeface="Poppins Bold"/>
                <a:ea typeface="Poppins Bold"/>
                <a:cs typeface="Poppins Bold"/>
                <a:sym typeface="Poppins Bold"/>
              </a:rPr>
              <a:t>11</a:t>
            </a:r>
          </a:p>
        </p:txBody>
      </p:sp>
      <p:sp>
        <p:nvSpPr>
          <p:cNvPr id="15" name="AutoShape 15"/>
          <p:cNvSpPr/>
          <p:nvPr/>
        </p:nvSpPr>
        <p:spPr>
          <a:xfrm>
            <a:off x="7772400" y="3935145"/>
            <a:ext cx="1071905" cy="1"/>
          </a:xfrm>
          <a:prstGeom prst="line">
            <a:avLst/>
          </a:prstGeom>
          <a:ln w="9525" cap="rnd">
            <a:solidFill>
              <a:srgbClr val="222222"/>
            </a:solidFill>
            <a:prstDash val="sysDash"/>
            <a:headEnd type="none" w="sm" len="sm"/>
            <a:tailEnd type="none" w="sm" len="sm"/>
          </a:ln>
        </p:spPr>
      </p:sp>
      <p:sp>
        <p:nvSpPr>
          <p:cNvPr id="16" name="AutoShape 16"/>
          <p:cNvSpPr/>
          <p:nvPr/>
        </p:nvSpPr>
        <p:spPr>
          <a:xfrm flipV="1">
            <a:off x="5105400" y="4603954"/>
            <a:ext cx="3738905" cy="9153"/>
          </a:xfrm>
          <a:prstGeom prst="line">
            <a:avLst/>
          </a:prstGeom>
          <a:ln w="9525" cap="rnd">
            <a:solidFill>
              <a:srgbClr val="222222"/>
            </a:solidFill>
            <a:prstDash val="sysDash"/>
            <a:headEnd type="none" w="sm" len="sm"/>
            <a:tailEnd type="none" w="sm" len="sm"/>
          </a:ln>
        </p:spPr>
      </p:sp>
      <p:sp>
        <p:nvSpPr>
          <p:cNvPr id="17" name="AutoShape 17"/>
          <p:cNvSpPr/>
          <p:nvPr/>
        </p:nvSpPr>
        <p:spPr>
          <a:xfrm>
            <a:off x="7010400" y="5263545"/>
            <a:ext cx="1833905" cy="9218"/>
          </a:xfrm>
          <a:prstGeom prst="line">
            <a:avLst/>
          </a:prstGeom>
          <a:ln w="9525" cap="rnd">
            <a:solidFill>
              <a:srgbClr val="222222"/>
            </a:solidFill>
            <a:prstDash val="sysDash"/>
            <a:headEnd type="none" w="sm" len="sm"/>
            <a:tailEnd type="none" w="sm" len="sm"/>
          </a:ln>
        </p:spPr>
      </p:sp>
      <p:sp>
        <p:nvSpPr>
          <p:cNvPr id="18" name="AutoShape 18"/>
          <p:cNvSpPr/>
          <p:nvPr/>
        </p:nvSpPr>
        <p:spPr>
          <a:xfrm flipV="1">
            <a:off x="6916239" y="5941571"/>
            <a:ext cx="1928065" cy="9174"/>
          </a:xfrm>
          <a:prstGeom prst="line">
            <a:avLst/>
          </a:prstGeom>
          <a:ln w="9525" cap="rnd">
            <a:solidFill>
              <a:srgbClr val="222222"/>
            </a:solidFill>
            <a:prstDash val="sysDash"/>
            <a:headEnd type="none" w="sm" len="sm"/>
            <a:tailEnd type="none" w="sm" len="sm"/>
          </a:ln>
        </p:spPr>
      </p:sp>
      <p:sp>
        <p:nvSpPr>
          <p:cNvPr id="19" name="AutoShape 19"/>
          <p:cNvSpPr/>
          <p:nvPr/>
        </p:nvSpPr>
        <p:spPr>
          <a:xfrm flipV="1">
            <a:off x="5943600" y="6610378"/>
            <a:ext cx="2900705" cy="1"/>
          </a:xfrm>
          <a:prstGeom prst="line">
            <a:avLst/>
          </a:prstGeom>
          <a:ln w="9525" cap="rnd">
            <a:solidFill>
              <a:srgbClr val="222222"/>
            </a:solidFill>
            <a:prstDash val="sysDash"/>
            <a:headEnd type="none" w="sm" len="sm"/>
            <a:tailEnd type="none" w="sm" len="sm"/>
          </a:ln>
        </p:spPr>
      </p:sp>
      <p:sp>
        <p:nvSpPr>
          <p:cNvPr id="20" name="AutoShape 20"/>
          <p:cNvSpPr/>
          <p:nvPr/>
        </p:nvSpPr>
        <p:spPr>
          <a:xfrm>
            <a:off x="6675326" y="7279188"/>
            <a:ext cx="2168979" cy="0"/>
          </a:xfrm>
          <a:prstGeom prst="line">
            <a:avLst/>
          </a:prstGeom>
          <a:ln w="9525" cap="rnd">
            <a:solidFill>
              <a:srgbClr val="222222"/>
            </a:solidFill>
            <a:prstDash val="sysDash"/>
            <a:headEnd type="none" w="sm" len="sm"/>
            <a:tailEnd type="none" w="sm" len="sm"/>
          </a:ln>
        </p:spPr>
      </p:sp>
      <p:sp>
        <p:nvSpPr>
          <p:cNvPr id="21" name="AutoShape 21"/>
          <p:cNvSpPr/>
          <p:nvPr/>
        </p:nvSpPr>
        <p:spPr>
          <a:xfrm>
            <a:off x="5105400" y="9334500"/>
            <a:ext cx="3738904" cy="0"/>
          </a:xfrm>
          <a:prstGeom prst="line">
            <a:avLst/>
          </a:prstGeom>
          <a:ln w="9525" cap="rnd">
            <a:solidFill>
              <a:srgbClr val="222222"/>
            </a:solidFill>
            <a:prstDash val="sysDash"/>
            <a:headEnd type="none" w="sm" len="sm"/>
            <a:tailEnd type="none" w="sm" len="sm"/>
          </a:ln>
        </p:spPr>
      </p:sp>
      <p:sp>
        <p:nvSpPr>
          <p:cNvPr id="22" name="AutoShape 22"/>
          <p:cNvSpPr/>
          <p:nvPr/>
        </p:nvSpPr>
        <p:spPr>
          <a:xfrm flipV="1">
            <a:off x="5478775" y="8646612"/>
            <a:ext cx="3365529" cy="2088"/>
          </a:xfrm>
          <a:prstGeom prst="line">
            <a:avLst/>
          </a:prstGeom>
          <a:ln w="9525" cap="rnd">
            <a:solidFill>
              <a:srgbClr val="222222"/>
            </a:solidFill>
            <a:prstDash val="sysDash"/>
            <a:headEnd type="none" w="sm" len="sm"/>
            <a:tailEnd type="none" w="sm" len="sm"/>
          </a:ln>
        </p:spPr>
        <p:txBody>
          <a:bodyPr/>
          <a:lstStyle/>
          <a:p>
            <a:endParaRPr lang="en-IN" dirty="0"/>
          </a:p>
        </p:txBody>
      </p:sp>
      <p:sp>
        <p:nvSpPr>
          <p:cNvPr id="24" name="TextBox 24"/>
          <p:cNvSpPr txBox="1"/>
          <p:nvPr/>
        </p:nvSpPr>
        <p:spPr>
          <a:xfrm>
            <a:off x="2973995" y="1722531"/>
            <a:ext cx="6681204" cy="1185196"/>
          </a:xfrm>
          <a:prstGeom prst="rect">
            <a:avLst/>
          </a:prstGeom>
        </p:spPr>
        <p:txBody>
          <a:bodyPr lIns="0" tIns="0" rIns="0" bIns="0" rtlCol="0" anchor="t">
            <a:spAutoFit/>
          </a:bodyPr>
          <a:lstStyle/>
          <a:p>
            <a:pPr algn="ctr">
              <a:lnSpc>
                <a:spcPts val="8892"/>
              </a:lnSpc>
            </a:pPr>
            <a:r>
              <a:rPr lang="en-US" sz="9167" b="1" dirty="0">
                <a:solidFill>
                  <a:srgbClr val="222222"/>
                </a:solidFill>
                <a:latin typeface="Poppins Bold"/>
                <a:ea typeface="Poppins Bold"/>
                <a:cs typeface="Poppins Bold"/>
                <a:sym typeface="Poppins Bold"/>
              </a:rPr>
              <a:t>Content</a:t>
            </a:r>
          </a:p>
        </p:txBody>
      </p:sp>
      <p:sp>
        <p:nvSpPr>
          <p:cNvPr id="25" name="AutoShape 22">
            <a:extLst>
              <a:ext uri="{FF2B5EF4-FFF2-40B4-BE49-F238E27FC236}">
                <a16:creationId xmlns:a16="http://schemas.microsoft.com/office/drawing/2014/main" id="{344686BB-811B-2CC8-8D3F-E3F60C2CA32F}"/>
              </a:ext>
            </a:extLst>
          </p:cNvPr>
          <p:cNvSpPr/>
          <p:nvPr/>
        </p:nvSpPr>
        <p:spPr>
          <a:xfrm>
            <a:off x="6731377" y="7962900"/>
            <a:ext cx="2112927" cy="0"/>
          </a:xfrm>
          <a:prstGeom prst="line">
            <a:avLst/>
          </a:prstGeom>
          <a:ln w="9525" cap="rnd">
            <a:solidFill>
              <a:srgbClr val="222222"/>
            </a:solidFill>
            <a:prstDash val="sysDash"/>
            <a:headEnd type="none" w="sm" len="sm"/>
            <a:tailEnd type="none" w="sm" len="sm"/>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1775750" y="4151429"/>
            <a:ext cx="8817117" cy="11043961"/>
          </a:xfrm>
          <a:custGeom>
            <a:avLst/>
            <a:gdLst/>
            <a:ahLst/>
            <a:cxnLst/>
            <a:rect l="l" t="t" r="r" b="b"/>
            <a:pathLst>
              <a:path w="8817117" h="11043961">
                <a:moveTo>
                  <a:pt x="0" y="0"/>
                </a:moveTo>
                <a:lnTo>
                  <a:pt x="8817117" y="0"/>
                </a:lnTo>
                <a:lnTo>
                  <a:pt x="8817117" y="11043961"/>
                </a:lnTo>
                <a:lnTo>
                  <a:pt x="0" y="11043961"/>
                </a:lnTo>
                <a:lnTo>
                  <a:pt x="0" y="0"/>
                </a:lnTo>
                <a:close/>
              </a:path>
            </a:pathLst>
          </a:custGeom>
          <a:blipFill>
            <a:blip r:embed="rId2">
              <a:extLst>
                <a:ext uri="{96DAC541-7B7A-43D3-8B79-37D633B846F1}">
                  <asvg:svgBlip xmlns:asvg="http://schemas.microsoft.com/office/drawing/2016/SVG/main" r:embed="rId3"/>
                </a:ext>
              </a:extLst>
            </a:blip>
            <a:stretch>
              <a:fillRect l="-56214"/>
            </a:stretch>
          </a:blipFill>
        </p:spPr>
      </p:sp>
      <p:grpSp>
        <p:nvGrpSpPr>
          <p:cNvPr id="3" name="Group 3"/>
          <p:cNvGrpSpPr/>
          <p:nvPr/>
        </p:nvGrpSpPr>
        <p:grpSpPr>
          <a:xfrm>
            <a:off x="0" y="8529668"/>
            <a:ext cx="1757332" cy="1757332"/>
            <a:chOff x="0" y="0"/>
            <a:chExt cx="462836" cy="462836"/>
          </a:xfrm>
        </p:grpSpPr>
        <p:sp>
          <p:nvSpPr>
            <p:cNvPr id="4" name="Freeform 4"/>
            <p:cNvSpPr/>
            <p:nvPr/>
          </p:nvSpPr>
          <p:spPr>
            <a:xfrm>
              <a:off x="0" y="0"/>
              <a:ext cx="462836" cy="462836"/>
            </a:xfrm>
            <a:custGeom>
              <a:avLst/>
              <a:gdLst/>
              <a:ahLst/>
              <a:cxnLst/>
              <a:rect l="l" t="t" r="r" b="b"/>
              <a:pathLst>
                <a:path w="462836" h="462836">
                  <a:moveTo>
                    <a:pt x="0" y="0"/>
                  </a:moveTo>
                  <a:lnTo>
                    <a:pt x="462836" y="0"/>
                  </a:lnTo>
                  <a:lnTo>
                    <a:pt x="462836" y="462836"/>
                  </a:lnTo>
                  <a:lnTo>
                    <a:pt x="0" y="462836"/>
                  </a:lnTo>
                  <a:close/>
                </a:path>
              </a:pathLst>
            </a:custGeom>
            <a:solidFill>
              <a:srgbClr val="E08479"/>
            </a:solidFill>
          </p:spPr>
        </p:sp>
        <p:sp>
          <p:nvSpPr>
            <p:cNvPr id="5" name="TextBox 5"/>
            <p:cNvSpPr txBox="1"/>
            <p:nvPr/>
          </p:nvSpPr>
          <p:spPr>
            <a:xfrm>
              <a:off x="0" y="-47625"/>
              <a:ext cx="462836" cy="510461"/>
            </a:xfrm>
            <a:prstGeom prst="rect">
              <a:avLst/>
            </a:prstGeom>
          </p:spPr>
          <p:txBody>
            <a:bodyPr lIns="50800" tIns="50800" rIns="50800" bIns="50800" rtlCol="0" anchor="ctr"/>
            <a:lstStyle/>
            <a:p>
              <a:pPr algn="ctr">
                <a:lnSpc>
                  <a:spcPts val="2940"/>
                </a:lnSpc>
              </a:pPr>
              <a:endParaRPr/>
            </a:p>
          </p:txBody>
        </p:sp>
      </p:grpSp>
      <p:sp>
        <p:nvSpPr>
          <p:cNvPr id="6" name="TextBox 6"/>
          <p:cNvSpPr txBox="1"/>
          <p:nvPr/>
        </p:nvSpPr>
        <p:spPr>
          <a:xfrm>
            <a:off x="0" y="9048008"/>
            <a:ext cx="1757332" cy="625401"/>
          </a:xfrm>
          <a:prstGeom prst="rect">
            <a:avLst/>
          </a:prstGeom>
        </p:spPr>
        <p:txBody>
          <a:bodyPr lIns="0" tIns="0" rIns="0" bIns="0" rtlCol="0" anchor="t">
            <a:spAutoFit/>
          </a:bodyPr>
          <a:lstStyle/>
          <a:p>
            <a:pPr algn="ctr">
              <a:lnSpc>
                <a:spcPts val="4899"/>
              </a:lnSpc>
              <a:spcBef>
                <a:spcPct val="0"/>
              </a:spcBef>
            </a:pPr>
            <a:r>
              <a:rPr lang="en-US" sz="3499" b="1" spc="174">
                <a:solidFill>
                  <a:srgbClr val="222222"/>
                </a:solidFill>
                <a:latin typeface="Poppins Bold"/>
                <a:ea typeface="Poppins Bold"/>
                <a:cs typeface="Poppins Bold"/>
                <a:sym typeface="Poppins Bold"/>
              </a:rPr>
              <a:t>03</a:t>
            </a:r>
          </a:p>
        </p:txBody>
      </p:sp>
      <p:sp>
        <p:nvSpPr>
          <p:cNvPr id="7" name="AutoShape 7"/>
          <p:cNvSpPr/>
          <p:nvPr/>
        </p:nvSpPr>
        <p:spPr>
          <a:xfrm>
            <a:off x="1757332" y="0"/>
            <a:ext cx="0" cy="10287000"/>
          </a:xfrm>
          <a:prstGeom prst="line">
            <a:avLst/>
          </a:prstGeom>
          <a:ln w="38100" cap="flat">
            <a:solidFill>
              <a:srgbClr val="222222"/>
            </a:solidFill>
            <a:prstDash val="solid"/>
            <a:headEnd type="none" w="sm" len="sm"/>
            <a:tailEnd type="none" w="sm" len="sm"/>
          </a:ln>
        </p:spPr>
      </p:sp>
      <p:sp>
        <p:nvSpPr>
          <p:cNvPr id="8" name="AutoShape 8"/>
          <p:cNvSpPr/>
          <p:nvPr/>
        </p:nvSpPr>
        <p:spPr>
          <a:xfrm flipH="1">
            <a:off x="0" y="8529668"/>
            <a:ext cx="1757332" cy="0"/>
          </a:xfrm>
          <a:prstGeom prst="line">
            <a:avLst/>
          </a:prstGeom>
          <a:ln w="38100" cap="flat">
            <a:solidFill>
              <a:srgbClr val="222222"/>
            </a:solidFill>
            <a:prstDash val="solid"/>
            <a:headEnd type="none" w="sm" len="sm"/>
            <a:tailEnd type="none" w="sm" len="sm"/>
          </a:ln>
        </p:spPr>
      </p:sp>
      <p:sp>
        <p:nvSpPr>
          <p:cNvPr id="9" name="Freeform 9"/>
          <p:cNvSpPr/>
          <p:nvPr/>
        </p:nvSpPr>
        <p:spPr>
          <a:xfrm flipH="1">
            <a:off x="2624107" y="3977933"/>
            <a:ext cx="5285781" cy="4849253"/>
          </a:xfrm>
          <a:custGeom>
            <a:avLst/>
            <a:gdLst/>
            <a:ahLst/>
            <a:cxnLst/>
            <a:rect l="l" t="t" r="r" b="b"/>
            <a:pathLst>
              <a:path w="5285781" h="4849253">
                <a:moveTo>
                  <a:pt x="5285781" y="0"/>
                </a:moveTo>
                <a:lnTo>
                  <a:pt x="0" y="0"/>
                </a:lnTo>
                <a:lnTo>
                  <a:pt x="0" y="4849253"/>
                </a:lnTo>
                <a:lnTo>
                  <a:pt x="5285781" y="4849253"/>
                </a:lnTo>
                <a:lnTo>
                  <a:pt x="5285781"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p:cNvSpPr/>
          <p:nvPr/>
        </p:nvSpPr>
        <p:spPr>
          <a:xfrm flipV="1">
            <a:off x="2846767" y="8581404"/>
            <a:ext cx="2242499" cy="0"/>
          </a:xfrm>
          <a:prstGeom prst="line">
            <a:avLst/>
          </a:prstGeom>
          <a:ln w="38100" cap="flat">
            <a:solidFill>
              <a:srgbClr val="222222"/>
            </a:solidFill>
            <a:prstDash val="solid"/>
            <a:headEnd type="none" w="sm" len="sm"/>
            <a:tailEnd type="none" w="sm" len="sm"/>
          </a:ln>
        </p:spPr>
      </p:sp>
      <p:sp>
        <p:nvSpPr>
          <p:cNvPr id="11" name="Freeform 11"/>
          <p:cNvSpPr/>
          <p:nvPr/>
        </p:nvSpPr>
        <p:spPr>
          <a:xfrm>
            <a:off x="5375003" y="1459814"/>
            <a:ext cx="2534885" cy="2518120"/>
          </a:xfrm>
          <a:custGeom>
            <a:avLst/>
            <a:gdLst/>
            <a:ahLst/>
            <a:cxnLst/>
            <a:rect l="l" t="t" r="r" b="b"/>
            <a:pathLst>
              <a:path w="2534885" h="2518120">
                <a:moveTo>
                  <a:pt x="0" y="0"/>
                </a:moveTo>
                <a:lnTo>
                  <a:pt x="2534885" y="0"/>
                </a:lnTo>
                <a:lnTo>
                  <a:pt x="2534885" y="2518119"/>
                </a:lnTo>
                <a:lnTo>
                  <a:pt x="0" y="251811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TextBox 13"/>
          <p:cNvSpPr txBox="1"/>
          <p:nvPr/>
        </p:nvSpPr>
        <p:spPr>
          <a:xfrm>
            <a:off x="8940455" y="1852913"/>
            <a:ext cx="7823546" cy="1185196"/>
          </a:xfrm>
          <a:prstGeom prst="rect">
            <a:avLst/>
          </a:prstGeom>
        </p:spPr>
        <p:txBody>
          <a:bodyPr wrap="square" lIns="0" tIns="0" rIns="0" bIns="0" rtlCol="0" anchor="t">
            <a:spAutoFit/>
          </a:bodyPr>
          <a:lstStyle/>
          <a:p>
            <a:pPr algn="l">
              <a:lnSpc>
                <a:spcPts val="8892"/>
              </a:lnSpc>
            </a:pPr>
            <a:r>
              <a:rPr lang="en-US" sz="9167" b="1" dirty="0">
                <a:solidFill>
                  <a:srgbClr val="222222"/>
                </a:solidFill>
                <a:latin typeface="Poppins Bold"/>
                <a:ea typeface="Poppins Bold"/>
                <a:cs typeface="Poppins Bold"/>
                <a:sym typeface="Poppins Bold"/>
              </a:rPr>
              <a:t>Introduction</a:t>
            </a:r>
          </a:p>
        </p:txBody>
      </p:sp>
      <p:sp>
        <p:nvSpPr>
          <p:cNvPr id="14" name="TextBox 14"/>
          <p:cNvSpPr txBox="1"/>
          <p:nvPr/>
        </p:nvSpPr>
        <p:spPr>
          <a:xfrm>
            <a:off x="8940455" y="3377455"/>
            <a:ext cx="8318845" cy="5180457"/>
          </a:xfrm>
          <a:prstGeom prst="rect">
            <a:avLst/>
          </a:prstGeom>
        </p:spPr>
        <p:txBody>
          <a:bodyPr lIns="0" tIns="0" rIns="0" bIns="0" rtlCol="0" anchor="t">
            <a:spAutoFit/>
          </a:bodyPr>
          <a:lstStyle/>
          <a:p>
            <a:pPr algn="just">
              <a:lnSpc>
                <a:spcPts val="5229"/>
              </a:lnSpc>
            </a:pPr>
            <a:r>
              <a:rPr lang="en-US" sz="2100" dirty="0">
                <a:solidFill>
                  <a:srgbClr val="222222"/>
                </a:solidFill>
                <a:latin typeface="DM Sans"/>
                <a:ea typeface="DM Sans"/>
                <a:cs typeface="DM Sans"/>
                <a:sym typeface="DM Sans"/>
              </a:rPr>
              <a:t>Lorem ipsum dolor sit </a:t>
            </a:r>
            <a:r>
              <a:rPr lang="en-US" sz="2100" dirty="0" err="1">
                <a:solidFill>
                  <a:srgbClr val="222222"/>
                </a:solidFill>
                <a:latin typeface="DM Sans"/>
                <a:ea typeface="DM Sans"/>
                <a:cs typeface="DM Sans"/>
                <a:sym typeface="DM Sans"/>
              </a:rPr>
              <a:t>amet</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consectetur</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adipiscing</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elit</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Nullam</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interdum</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hendrerit</a:t>
            </a:r>
            <a:r>
              <a:rPr lang="en-US" sz="2100" dirty="0">
                <a:solidFill>
                  <a:srgbClr val="222222"/>
                </a:solidFill>
                <a:latin typeface="DM Sans"/>
                <a:ea typeface="DM Sans"/>
                <a:cs typeface="DM Sans"/>
                <a:sym typeface="DM Sans"/>
              </a:rPr>
              <a:t> magna et </a:t>
            </a:r>
            <a:r>
              <a:rPr lang="en-US" sz="2100" dirty="0" err="1">
                <a:solidFill>
                  <a:srgbClr val="222222"/>
                </a:solidFill>
                <a:latin typeface="DM Sans"/>
                <a:ea typeface="DM Sans"/>
                <a:cs typeface="DM Sans"/>
                <a:sym typeface="DM Sans"/>
              </a:rPr>
              <a:t>molestie</a:t>
            </a:r>
            <a:r>
              <a:rPr lang="en-US" sz="2100" dirty="0">
                <a:solidFill>
                  <a:srgbClr val="222222"/>
                </a:solidFill>
                <a:latin typeface="DM Sans"/>
                <a:ea typeface="DM Sans"/>
                <a:cs typeface="DM Sans"/>
                <a:sym typeface="DM Sans"/>
              </a:rPr>
              <a:t>. In in </a:t>
            </a:r>
            <a:r>
              <a:rPr lang="en-US" sz="2100" dirty="0" err="1">
                <a:solidFill>
                  <a:srgbClr val="222222"/>
                </a:solidFill>
                <a:latin typeface="DM Sans"/>
                <a:ea typeface="DM Sans"/>
                <a:cs typeface="DM Sans"/>
                <a:sym typeface="DM Sans"/>
              </a:rPr>
              <a:t>blandit</a:t>
            </a:r>
            <a:r>
              <a:rPr lang="en-US" sz="2100" dirty="0">
                <a:solidFill>
                  <a:srgbClr val="222222"/>
                </a:solidFill>
                <a:latin typeface="DM Sans"/>
                <a:ea typeface="DM Sans"/>
                <a:cs typeface="DM Sans"/>
                <a:sym typeface="DM Sans"/>
              </a:rPr>
              <a:t> lorem. </a:t>
            </a:r>
            <a:r>
              <a:rPr lang="en-US" sz="2100" dirty="0" err="1">
                <a:solidFill>
                  <a:srgbClr val="222222"/>
                </a:solidFill>
                <a:latin typeface="DM Sans"/>
                <a:ea typeface="DM Sans"/>
                <a:cs typeface="DM Sans"/>
                <a:sym typeface="DM Sans"/>
              </a:rPr>
              <a:t>Vivamus</a:t>
            </a:r>
            <a:r>
              <a:rPr lang="en-US" sz="2100" dirty="0">
                <a:solidFill>
                  <a:srgbClr val="222222"/>
                </a:solidFill>
                <a:latin typeface="DM Sans"/>
                <a:ea typeface="DM Sans"/>
                <a:cs typeface="DM Sans"/>
                <a:sym typeface="DM Sans"/>
              </a:rPr>
              <a:t> porta </a:t>
            </a:r>
            <a:r>
              <a:rPr lang="en-US" sz="2100" dirty="0" err="1">
                <a:solidFill>
                  <a:srgbClr val="222222"/>
                </a:solidFill>
                <a:latin typeface="DM Sans"/>
                <a:ea typeface="DM Sans"/>
                <a:cs typeface="DM Sans"/>
                <a:sym typeface="DM Sans"/>
              </a:rPr>
              <a:t>varius</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orci</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eu</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dapibus</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urna</a:t>
            </a:r>
            <a:r>
              <a:rPr lang="en-US" sz="2100" dirty="0">
                <a:solidFill>
                  <a:srgbClr val="222222"/>
                </a:solidFill>
                <a:latin typeface="DM Sans"/>
                <a:ea typeface="DM Sans"/>
                <a:cs typeface="DM Sans"/>
                <a:sym typeface="DM Sans"/>
              </a:rPr>
              <a:t> vestibulum in. Maecenas </a:t>
            </a:r>
            <a:r>
              <a:rPr lang="en-US" sz="2100" dirty="0" err="1">
                <a:solidFill>
                  <a:srgbClr val="222222"/>
                </a:solidFill>
                <a:latin typeface="DM Sans"/>
                <a:ea typeface="DM Sans"/>
                <a:cs typeface="DM Sans"/>
                <a:sym typeface="DM Sans"/>
              </a:rPr>
              <a:t>lobortis</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condimentum</a:t>
            </a:r>
            <a:r>
              <a:rPr lang="en-US" sz="2100" dirty="0">
                <a:solidFill>
                  <a:srgbClr val="222222"/>
                </a:solidFill>
                <a:latin typeface="DM Sans"/>
                <a:ea typeface="DM Sans"/>
                <a:cs typeface="DM Sans"/>
                <a:sym typeface="DM Sans"/>
              </a:rPr>
              <a:t> mi, </a:t>
            </a:r>
            <a:r>
              <a:rPr lang="en-US" sz="2100" dirty="0" err="1">
                <a:solidFill>
                  <a:srgbClr val="222222"/>
                </a:solidFill>
                <a:latin typeface="DM Sans"/>
                <a:ea typeface="DM Sans"/>
                <a:cs typeface="DM Sans"/>
                <a:sym typeface="DM Sans"/>
              </a:rPr>
              <a:t>ut</a:t>
            </a:r>
            <a:r>
              <a:rPr lang="en-US" sz="2100" dirty="0">
                <a:solidFill>
                  <a:srgbClr val="222222"/>
                </a:solidFill>
                <a:latin typeface="DM Sans"/>
                <a:ea typeface="DM Sans"/>
                <a:cs typeface="DM Sans"/>
                <a:sym typeface="DM Sans"/>
              </a:rPr>
              <a:t> gravida </a:t>
            </a:r>
            <a:r>
              <a:rPr lang="en-US" sz="2100" dirty="0" err="1">
                <a:solidFill>
                  <a:srgbClr val="222222"/>
                </a:solidFill>
                <a:latin typeface="DM Sans"/>
                <a:ea typeface="DM Sans"/>
                <a:cs typeface="DM Sans"/>
                <a:sym typeface="DM Sans"/>
              </a:rPr>
              <a:t>purus</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facilisis</a:t>
            </a:r>
            <a:r>
              <a:rPr lang="en-US" sz="2100" dirty="0">
                <a:solidFill>
                  <a:srgbClr val="222222"/>
                </a:solidFill>
                <a:latin typeface="DM Sans"/>
                <a:ea typeface="DM Sans"/>
                <a:cs typeface="DM Sans"/>
                <a:sym typeface="DM Sans"/>
              </a:rPr>
              <a:t> ac. </a:t>
            </a:r>
            <a:r>
              <a:rPr lang="en-US" sz="2100" dirty="0" err="1">
                <a:solidFill>
                  <a:srgbClr val="222222"/>
                </a:solidFill>
                <a:latin typeface="DM Sans"/>
                <a:ea typeface="DM Sans"/>
                <a:cs typeface="DM Sans"/>
                <a:sym typeface="DM Sans"/>
              </a:rPr>
              <a:t>Pellentesque</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sodales</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turpis</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turpis</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eget</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faucibus</a:t>
            </a:r>
            <a:r>
              <a:rPr lang="en-US" sz="2100" dirty="0">
                <a:solidFill>
                  <a:srgbClr val="222222"/>
                </a:solidFill>
                <a:latin typeface="DM Sans"/>
                <a:ea typeface="DM Sans"/>
                <a:cs typeface="DM Sans"/>
                <a:sym typeface="DM Sans"/>
              </a:rPr>
              <a:t> ligula </a:t>
            </a:r>
            <a:r>
              <a:rPr lang="en-US" sz="2100" dirty="0" err="1">
                <a:solidFill>
                  <a:srgbClr val="222222"/>
                </a:solidFill>
                <a:latin typeface="DM Sans"/>
                <a:ea typeface="DM Sans"/>
                <a:cs typeface="DM Sans"/>
                <a:sym typeface="DM Sans"/>
              </a:rPr>
              <a:t>bibendum</a:t>
            </a:r>
            <a:r>
              <a:rPr lang="en-US" sz="2100" dirty="0">
                <a:solidFill>
                  <a:srgbClr val="222222"/>
                </a:solidFill>
                <a:latin typeface="DM Sans"/>
                <a:ea typeface="DM Sans"/>
                <a:cs typeface="DM Sans"/>
                <a:sym typeface="DM Sans"/>
              </a:rPr>
              <a:t> et. Integer </a:t>
            </a:r>
            <a:r>
              <a:rPr lang="en-US" sz="2100" dirty="0" err="1">
                <a:solidFill>
                  <a:srgbClr val="222222"/>
                </a:solidFill>
                <a:latin typeface="DM Sans"/>
                <a:ea typeface="DM Sans"/>
                <a:cs typeface="DM Sans"/>
                <a:sym typeface="DM Sans"/>
              </a:rPr>
              <a:t>eu</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congue</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nisl</a:t>
            </a:r>
            <a:r>
              <a:rPr lang="en-US" sz="2100" dirty="0">
                <a:solidFill>
                  <a:srgbClr val="222222"/>
                </a:solidFill>
                <a:latin typeface="DM Sans"/>
                <a:ea typeface="DM Sans"/>
                <a:cs typeface="DM Sans"/>
                <a:sym typeface="DM Sans"/>
              </a:rPr>
              <a:t>. Sed </a:t>
            </a:r>
            <a:r>
              <a:rPr lang="en-US" sz="2100" dirty="0" err="1">
                <a:solidFill>
                  <a:srgbClr val="222222"/>
                </a:solidFill>
                <a:latin typeface="DM Sans"/>
                <a:ea typeface="DM Sans"/>
                <a:cs typeface="DM Sans"/>
                <a:sym typeface="DM Sans"/>
              </a:rPr>
              <a:t>sagittis</a:t>
            </a:r>
            <a:r>
              <a:rPr lang="en-US" sz="2100" dirty="0">
                <a:solidFill>
                  <a:srgbClr val="222222"/>
                </a:solidFill>
                <a:latin typeface="DM Sans"/>
                <a:ea typeface="DM Sans"/>
                <a:cs typeface="DM Sans"/>
                <a:sym typeface="DM Sans"/>
              </a:rPr>
              <a:t> vel </a:t>
            </a:r>
            <a:r>
              <a:rPr lang="en-US" sz="2100" dirty="0" err="1">
                <a:solidFill>
                  <a:srgbClr val="222222"/>
                </a:solidFill>
                <a:latin typeface="DM Sans"/>
                <a:ea typeface="DM Sans"/>
                <a:cs typeface="DM Sans"/>
                <a:sym typeface="DM Sans"/>
              </a:rPr>
              <a:t>nunc</a:t>
            </a:r>
            <a:r>
              <a:rPr lang="en-US" sz="2100" dirty="0">
                <a:solidFill>
                  <a:srgbClr val="222222"/>
                </a:solidFill>
                <a:latin typeface="DM Sans"/>
                <a:ea typeface="DM Sans"/>
                <a:cs typeface="DM Sans"/>
                <a:sym typeface="DM Sans"/>
              </a:rPr>
              <a:t> sed </a:t>
            </a:r>
            <a:r>
              <a:rPr lang="en-US" sz="2100" dirty="0" err="1">
                <a:solidFill>
                  <a:srgbClr val="222222"/>
                </a:solidFill>
                <a:latin typeface="DM Sans"/>
                <a:ea typeface="DM Sans"/>
                <a:cs typeface="DM Sans"/>
                <a:sym typeface="DM Sans"/>
              </a:rPr>
              <a:t>porttitor</a:t>
            </a:r>
            <a:r>
              <a:rPr lang="en-US" sz="2100" dirty="0">
                <a:solidFill>
                  <a:srgbClr val="222222"/>
                </a:solidFill>
                <a:latin typeface="DM Sans"/>
                <a:ea typeface="DM Sans"/>
                <a:cs typeface="DM Sans"/>
                <a:sym typeface="DM Sans"/>
              </a:rPr>
              <a:t>. Donec </a:t>
            </a:r>
            <a:r>
              <a:rPr lang="en-US" sz="2100" dirty="0" err="1">
                <a:solidFill>
                  <a:srgbClr val="222222"/>
                </a:solidFill>
                <a:latin typeface="DM Sans"/>
                <a:ea typeface="DM Sans"/>
                <a:cs typeface="DM Sans"/>
                <a:sym typeface="DM Sans"/>
              </a:rPr>
              <a:t>posuere</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felis</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lacus</a:t>
            </a:r>
            <a:r>
              <a:rPr lang="en-US" sz="2100" dirty="0">
                <a:solidFill>
                  <a:srgbClr val="222222"/>
                </a:solidFill>
                <a:latin typeface="DM Sans"/>
                <a:ea typeface="DM Sans"/>
                <a:cs typeface="DM Sans"/>
                <a:sym typeface="DM Sans"/>
              </a:rPr>
              <a:t>, sit </a:t>
            </a:r>
            <a:r>
              <a:rPr lang="en-US" sz="2100" dirty="0" err="1">
                <a:solidFill>
                  <a:srgbClr val="222222"/>
                </a:solidFill>
                <a:latin typeface="DM Sans"/>
                <a:ea typeface="DM Sans"/>
                <a:cs typeface="DM Sans"/>
                <a:sym typeface="DM Sans"/>
              </a:rPr>
              <a:t>amet</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tincidunt</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metus</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blandit</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quis</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Praesent</a:t>
            </a:r>
            <a:r>
              <a:rPr lang="en-US" sz="2100" dirty="0">
                <a:solidFill>
                  <a:srgbClr val="222222"/>
                </a:solidFill>
                <a:latin typeface="DM Sans"/>
                <a:ea typeface="DM Sans"/>
                <a:cs typeface="DM Sans"/>
                <a:sym typeface="DM Sans"/>
              </a:rPr>
              <a:t> nec cursus </a:t>
            </a:r>
            <a:r>
              <a:rPr lang="en-US" sz="2100" dirty="0" err="1">
                <a:solidFill>
                  <a:srgbClr val="222222"/>
                </a:solidFill>
                <a:latin typeface="DM Sans"/>
                <a:ea typeface="DM Sans"/>
                <a:cs typeface="DM Sans"/>
                <a:sym typeface="DM Sans"/>
              </a:rPr>
              <a:t>turpis</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eu</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elementum</a:t>
            </a:r>
            <a:r>
              <a:rPr lang="en-US" sz="2100" dirty="0">
                <a:solidFill>
                  <a:srgbClr val="222222"/>
                </a:solidFill>
                <a:latin typeface="DM Sans"/>
                <a:ea typeface="DM Sans"/>
                <a:cs typeface="DM Sans"/>
                <a:sym typeface="DM Sans"/>
              </a:rPr>
              <a:t> </a:t>
            </a:r>
            <a:r>
              <a:rPr lang="en-US" sz="2100" dirty="0" err="1">
                <a:solidFill>
                  <a:srgbClr val="222222"/>
                </a:solidFill>
                <a:latin typeface="DM Sans"/>
                <a:ea typeface="DM Sans"/>
                <a:cs typeface="DM Sans"/>
                <a:sym typeface="DM Sans"/>
              </a:rPr>
              <a:t>felis</a:t>
            </a:r>
            <a:r>
              <a:rPr lang="en-US" sz="2100" dirty="0">
                <a:solidFill>
                  <a:srgbClr val="222222"/>
                </a:solidFill>
                <a:latin typeface="DM Sans"/>
                <a:ea typeface="DM Sans"/>
                <a:cs typeface="DM Sans"/>
                <a:sym typeface="DM Sans"/>
              </a:rPr>
              <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8529668"/>
            <a:ext cx="1757332" cy="1757332"/>
            <a:chOff x="0" y="0"/>
            <a:chExt cx="462836" cy="462836"/>
          </a:xfrm>
        </p:grpSpPr>
        <p:sp>
          <p:nvSpPr>
            <p:cNvPr id="3" name="Freeform 3"/>
            <p:cNvSpPr/>
            <p:nvPr/>
          </p:nvSpPr>
          <p:spPr>
            <a:xfrm>
              <a:off x="0" y="0"/>
              <a:ext cx="462836" cy="462836"/>
            </a:xfrm>
            <a:custGeom>
              <a:avLst/>
              <a:gdLst/>
              <a:ahLst/>
              <a:cxnLst/>
              <a:rect l="l" t="t" r="r" b="b"/>
              <a:pathLst>
                <a:path w="462836" h="462836">
                  <a:moveTo>
                    <a:pt x="0" y="0"/>
                  </a:moveTo>
                  <a:lnTo>
                    <a:pt x="462836" y="0"/>
                  </a:lnTo>
                  <a:lnTo>
                    <a:pt x="462836" y="462836"/>
                  </a:lnTo>
                  <a:lnTo>
                    <a:pt x="0" y="462836"/>
                  </a:lnTo>
                  <a:close/>
                </a:path>
              </a:pathLst>
            </a:custGeom>
            <a:solidFill>
              <a:srgbClr val="E08479"/>
            </a:solidFill>
          </p:spPr>
        </p:sp>
        <p:sp>
          <p:nvSpPr>
            <p:cNvPr id="4" name="TextBox 4"/>
            <p:cNvSpPr txBox="1"/>
            <p:nvPr/>
          </p:nvSpPr>
          <p:spPr>
            <a:xfrm>
              <a:off x="0" y="-47625"/>
              <a:ext cx="462836" cy="510461"/>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0" y="9048008"/>
            <a:ext cx="1757332" cy="625401"/>
          </a:xfrm>
          <a:prstGeom prst="rect">
            <a:avLst/>
          </a:prstGeom>
        </p:spPr>
        <p:txBody>
          <a:bodyPr lIns="0" tIns="0" rIns="0" bIns="0" rtlCol="0" anchor="t">
            <a:spAutoFit/>
          </a:bodyPr>
          <a:lstStyle/>
          <a:p>
            <a:pPr algn="ctr">
              <a:lnSpc>
                <a:spcPts val="4899"/>
              </a:lnSpc>
              <a:spcBef>
                <a:spcPct val="0"/>
              </a:spcBef>
            </a:pPr>
            <a:r>
              <a:rPr lang="en-US" sz="3499" b="1" spc="174">
                <a:solidFill>
                  <a:srgbClr val="222222"/>
                </a:solidFill>
                <a:latin typeface="Poppins Bold"/>
                <a:ea typeface="Poppins Bold"/>
                <a:cs typeface="Poppins Bold"/>
                <a:sym typeface="Poppins Bold"/>
              </a:rPr>
              <a:t>04</a:t>
            </a:r>
          </a:p>
        </p:txBody>
      </p:sp>
      <p:sp>
        <p:nvSpPr>
          <p:cNvPr id="6" name="AutoShape 6"/>
          <p:cNvSpPr/>
          <p:nvPr/>
        </p:nvSpPr>
        <p:spPr>
          <a:xfrm>
            <a:off x="1757332" y="0"/>
            <a:ext cx="0" cy="10287000"/>
          </a:xfrm>
          <a:prstGeom prst="line">
            <a:avLst/>
          </a:prstGeom>
          <a:ln w="38100" cap="flat">
            <a:solidFill>
              <a:srgbClr val="222222"/>
            </a:solidFill>
            <a:prstDash val="solid"/>
            <a:headEnd type="none" w="sm" len="sm"/>
            <a:tailEnd type="none" w="sm" len="sm"/>
          </a:ln>
        </p:spPr>
      </p:sp>
      <p:sp>
        <p:nvSpPr>
          <p:cNvPr id="7" name="AutoShape 7"/>
          <p:cNvSpPr/>
          <p:nvPr/>
        </p:nvSpPr>
        <p:spPr>
          <a:xfrm flipH="1">
            <a:off x="0" y="8529668"/>
            <a:ext cx="1757332" cy="0"/>
          </a:xfrm>
          <a:prstGeom prst="line">
            <a:avLst/>
          </a:prstGeom>
          <a:ln w="38100" cap="flat">
            <a:solidFill>
              <a:srgbClr val="222222"/>
            </a:solidFill>
            <a:prstDash val="solid"/>
            <a:headEnd type="none" w="sm" len="sm"/>
            <a:tailEnd type="none" w="sm" len="sm"/>
          </a:ln>
        </p:spPr>
      </p:sp>
      <p:sp>
        <p:nvSpPr>
          <p:cNvPr id="8" name="Freeform 8"/>
          <p:cNvSpPr/>
          <p:nvPr/>
        </p:nvSpPr>
        <p:spPr>
          <a:xfrm rot="-1141328" flipH="1">
            <a:off x="11238361" y="-4467998"/>
            <a:ext cx="12041877" cy="10706323"/>
          </a:xfrm>
          <a:custGeom>
            <a:avLst/>
            <a:gdLst/>
            <a:ahLst/>
            <a:cxnLst/>
            <a:rect l="l" t="t" r="r" b="b"/>
            <a:pathLst>
              <a:path w="12041877" h="10706323">
                <a:moveTo>
                  <a:pt x="12041878" y="0"/>
                </a:moveTo>
                <a:lnTo>
                  <a:pt x="0" y="0"/>
                </a:lnTo>
                <a:lnTo>
                  <a:pt x="0" y="10706323"/>
                </a:lnTo>
                <a:lnTo>
                  <a:pt x="12041878" y="10706323"/>
                </a:lnTo>
                <a:lnTo>
                  <a:pt x="1204187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flipH="1">
            <a:off x="12180961" y="547285"/>
            <a:ext cx="5372754" cy="4923396"/>
          </a:xfrm>
          <a:custGeom>
            <a:avLst/>
            <a:gdLst/>
            <a:ahLst/>
            <a:cxnLst/>
            <a:rect l="l" t="t" r="r" b="b"/>
            <a:pathLst>
              <a:path w="5372754" h="4923396">
                <a:moveTo>
                  <a:pt x="5372754" y="0"/>
                </a:moveTo>
                <a:lnTo>
                  <a:pt x="0" y="0"/>
                </a:lnTo>
                <a:lnTo>
                  <a:pt x="0" y="4923397"/>
                </a:lnTo>
                <a:lnTo>
                  <a:pt x="5372754" y="4923397"/>
                </a:lnTo>
                <a:lnTo>
                  <a:pt x="5372754"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2908614" y="885164"/>
            <a:ext cx="4453436" cy="2882588"/>
          </a:xfrm>
          <a:custGeom>
            <a:avLst/>
            <a:gdLst/>
            <a:ahLst/>
            <a:cxnLst/>
            <a:rect l="l" t="t" r="r" b="b"/>
            <a:pathLst>
              <a:path w="4453436" h="2882588">
                <a:moveTo>
                  <a:pt x="0" y="0"/>
                </a:moveTo>
                <a:lnTo>
                  <a:pt x="4453436" y="0"/>
                </a:lnTo>
                <a:lnTo>
                  <a:pt x="4453436" y="2882587"/>
                </a:lnTo>
                <a:lnTo>
                  <a:pt x="0" y="28825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5163833" y="7808379"/>
            <a:ext cx="2095467" cy="1449921"/>
          </a:xfrm>
          <a:custGeom>
            <a:avLst/>
            <a:gdLst/>
            <a:ahLst/>
            <a:cxnLst/>
            <a:rect l="l" t="t" r="r" b="b"/>
            <a:pathLst>
              <a:path w="2095467" h="1449921">
                <a:moveTo>
                  <a:pt x="0" y="0"/>
                </a:moveTo>
                <a:lnTo>
                  <a:pt x="2095467" y="0"/>
                </a:lnTo>
                <a:lnTo>
                  <a:pt x="2095467" y="1449921"/>
                </a:lnTo>
                <a:lnTo>
                  <a:pt x="0" y="1449921"/>
                </a:lnTo>
                <a:lnTo>
                  <a:pt x="0" y="0"/>
                </a:lnTo>
                <a:close/>
              </a:path>
            </a:pathLst>
          </a:custGeom>
          <a:blipFill>
            <a:blip r:embed="rId8">
              <a:extLst>
                <a:ext uri="{96DAC541-7B7A-43D3-8B79-37D633B846F1}">
                  <asvg:svgBlip xmlns:asvg="http://schemas.microsoft.com/office/drawing/2016/SVG/main" r:embed="rId9"/>
                </a:ext>
              </a:extLst>
            </a:blip>
            <a:stretch>
              <a:fillRect l="-166580" t="-110847"/>
            </a:stretch>
          </a:blipFill>
        </p:spPr>
      </p:sp>
      <p:sp>
        <p:nvSpPr>
          <p:cNvPr id="13" name="TextBox 13"/>
          <p:cNvSpPr txBox="1"/>
          <p:nvPr/>
        </p:nvSpPr>
        <p:spPr>
          <a:xfrm>
            <a:off x="2908614" y="4569585"/>
            <a:ext cx="9385621" cy="1271656"/>
          </a:xfrm>
          <a:prstGeom prst="rect">
            <a:avLst/>
          </a:prstGeom>
        </p:spPr>
        <p:txBody>
          <a:bodyPr lIns="0" tIns="0" rIns="0" bIns="0" rtlCol="0" anchor="t">
            <a:spAutoFit/>
          </a:bodyPr>
          <a:lstStyle/>
          <a:p>
            <a:pPr algn="l">
              <a:lnSpc>
                <a:spcPts val="8892"/>
              </a:lnSpc>
            </a:pPr>
            <a:r>
              <a:rPr lang="en-US" sz="9167" b="1">
                <a:solidFill>
                  <a:srgbClr val="222222"/>
                </a:solidFill>
                <a:latin typeface="Poppins Bold"/>
                <a:ea typeface="Poppins Bold"/>
                <a:cs typeface="Poppins Bold"/>
                <a:sym typeface="Poppins Bold"/>
              </a:rPr>
              <a:t>BACKGROUND</a:t>
            </a:r>
          </a:p>
        </p:txBody>
      </p:sp>
      <p:sp>
        <p:nvSpPr>
          <p:cNvPr id="14" name="TextBox 14"/>
          <p:cNvSpPr txBox="1"/>
          <p:nvPr/>
        </p:nvSpPr>
        <p:spPr>
          <a:xfrm>
            <a:off x="2908614" y="5934476"/>
            <a:ext cx="9649814" cy="3208782"/>
          </a:xfrm>
          <a:prstGeom prst="rect">
            <a:avLst/>
          </a:prstGeom>
        </p:spPr>
        <p:txBody>
          <a:bodyPr lIns="0" tIns="0" rIns="0" bIns="0" rtlCol="0" anchor="t">
            <a:spAutoFit/>
          </a:bodyPr>
          <a:lstStyle/>
          <a:p>
            <a:pPr algn="just">
              <a:lnSpc>
                <a:spcPts val="5229"/>
              </a:lnSpc>
            </a:pPr>
            <a:r>
              <a:rPr lang="en-US" sz="2100">
                <a:solidFill>
                  <a:srgbClr val="222222"/>
                </a:solidFill>
                <a:latin typeface="DM Sans"/>
                <a:ea typeface="DM Sans"/>
                <a:cs typeface="DM Sans"/>
                <a:sym typeface="DM Sans"/>
              </a:rPr>
              <a:t>Lorem ipsum dolor sit amet, consectetur adipiscing elit. Nullam interdum hendrerit magna et molestie. In in blandit lorem. Vivamus porta varius orci, eu dapibus urna vestibulum in. Maecenas lobortis condimentum mi, ut gravida purus facilisis ac. Pellentesque sodales turpis turpis, eget faucibus ligula bibendum et. Integer eu congue nisl.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8529668"/>
            <a:ext cx="1757332" cy="1757332"/>
            <a:chOff x="0" y="0"/>
            <a:chExt cx="462836" cy="462836"/>
          </a:xfrm>
        </p:grpSpPr>
        <p:sp>
          <p:nvSpPr>
            <p:cNvPr id="3" name="Freeform 3"/>
            <p:cNvSpPr/>
            <p:nvPr/>
          </p:nvSpPr>
          <p:spPr>
            <a:xfrm>
              <a:off x="0" y="0"/>
              <a:ext cx="462836" cy="462836"/>
            </a:xfrm>
            <a:custGeom>
              <a:avLst/>
              <a:gdLst/>
              <a:ahLst/>
              <a:cxnLst/>
              <a:rect l="l" t="t" r="r" b="b"/>
              <a:pathLst>
                <a:path w="462836" h="462836">
                  <a:moveTo>
                    <a:pt x="0" y="0"/>
                  </a:moveTo>
                  <a:lnTo>
                    <a:pt x="462836" y="0"/>
                  </a:lnTo>
                  <a:lnTo>
                    <a:pt x="462836" y="462836"/>
                  </a:lnTo>
                  <a:lnTo>
                    <a:pt x="0" y="462836"/>
                  </a:lnTo>
                  <a:close/>
                </a:path>
              </a:pathLst>
            </a:custGeom>
            <a:solidFill>
              <a:srgbClr val="E08479"/>
            </a:solidFill>
          </p:spPr>
        </p:sp>
        <p:sp>
          <p:nvSpPr>
            <p:cNvPr id="4" name="TextBox 4"/>
            <p:cNvSpPr txBox="1"/>
            <p:nvPr/>
          </p:nvSpPr>
          <p:spPr>
            <a:xfrm>
              <a:off x="0" y="-47625"/>
              <a:ext cx="462836" cy="510461"/>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0" y="9048008"/>
            <a:ext cx="1757332" cy="625401"/>
          </a:xfrm>
          <a:prstGeom prst="rect">
            <a:avLst/>
          </a:prstGeom>
        </p:spPr>
        <p:txBody>
          <a:bodyPr lIns="0" tIns="0" rIns="0" bIns="0" rtlCol="0" anchor="t">
            <a:spAutoFit/>
          </a:bodyPr>
          <a:lstStyle/>
          <a:p>
            <a:pPr algn="ctr">
              <a:lnSpc>
                <a:spcPts val="4899"/>
              </a:lnSpc>
              <a:spcBef>
                <a:spcPct val="0"/>
              </a:spcBef>
            </a:pPr>
            <a:r>
              <a:rPr lang="en-US" sz="3499" b="1" spc="174">
                <a:solidFill>
                  <a:srgbClr val="222222"/>
                </a:solidFill>
                <a:latin typeface="Poppins Bold"/>
                <a:ea typeface="Poppins Bold"/>
                <a:cs typeface="Poppins Bold"/>
                <a:sym typeface="Poppins Bold"/>
              </a:rPr>
              <a:t>05</a:t>
            </a:r>
          </a:p>
        </p:txBody>
      </p:sp>
      <p:sp>
        <p:nvSpPr>
          <p:cNvPr id="6" name="Freeform 6"/>
          <p:cNvSpPr/>
          <p:nvPr/>
        </p:nvSpPr>
        <p:spPr>
          <a:xfrm>
            <a:off x="1757332" y="-2971579"/>
            <a:ext cx="7712767" cy="10325277"/>
          </a:xfrm>
          <a:custGeom>
            <a:avLst/>
            <a:gdLst/>
            <a:ahLst/>
            <a:cxnLst/>
            <a:rect l="l" t="t" r="r" b="b"/>
            <a:pathLst>
              <a:path w="7712767" h="10325277">
                <a:moveTo>
                  <a:pt x="0" y="0"/>
                </a:moveTo>
                <a:lnTo>
                  <a:pt x="7712767" y="0"/>
                </a:lnTo>
                <a:lnTo>
                  <a:pt x="7712767" y="10325277"/>
                </a:lnTo>
                <a:lnTo>
                  <a:pt x="0" y="10325277"/>
                </a:lnTo>
                <a:lnTo>
                  <a:pt x="0" y="0"/>
                </a:lnTo>
                <a:close/>
              </a:path>
            </a:pathLst>
          </a:custGeom>
          <a:blipFill>
            <a:blip r:embed="rId2">
              <a:extLst>
                <a:ext uri="{96DAC541-7B7A-43D3-8B79-37D633B846F1}">
                  <asvg:svgBlip xmlns:asvg="http://schemas.microsoft.com/office/drawing/2016/SVG/main" r:embed="rId3"/>
                </a:ext>
              </a:extLst>
            </a:blip>
            <a:stretch>
              <a:fillRect l="-40247"/>
            </a:stretch>
          </a:blipFill>
        </p:spPr>
      </p:sp>
      <p:sp>
        <p:nvSpPr>
          <p:cNvPr id="7" name="AutoShape 7"/>
          <p:cNvSpPr/>
          <p:nvPr/>
        </p:nvSpPr>
        <p:spPr>
          <a:xfrm>
            <a:off x="1757332" y="0"/>
            <a:ext cx="0" cy="10287000"/>
          </a:xfrm>
          <a:prstGeom prst="line">
            <a:avLst/>
          </a:prstGeom>
          <a:ln w="38100" cap="flat">
            <a:solidFill>
              <a:srgbClr val="222222"/>
            </a:solidFill>
            <a:prstDash val="solid"/>
            <a:headEnd type="none" w="sm" len="sm"/>
            <a:tailEnd type="none" w="sm" len="sm"/>
          </a:ln>
        </p:spPr>
      </p:sp>
      <p:sp>
        <p:nvSpPr>
          <p:cNvPr id="8" name="AutoShape 8"/>
          <p:cNvSpPr/>
          <p:nvPr/>
        </p:nvSpPr>
        <p:spPr>
          <a:xfrm flipH="1">
            <a:off x="0" y="8529668"/>
            <a:ext cx="1757332" cy="0"/>
          </a:xfrm>
          <a:prstGeom prst="line">
            <a:avLst/>
          </a:prstGeom>
          <a:ln w="38100" cap="flat">
            <a:solidFill>
              <a:srgbClr val="222222"/>
            </a:solidFill>
            <a:prstDash val="solid"/>
            <a:headEnd type="none" w="sm" len="sm"/>
            <a:tailEnd type="none" w="sm" len="sm"/>
          </a:ln>
        </p:spPr>
      </p:sp>
      <p:sp>
        <p:nvSpPr>
          <p:cNvPr id="9" name="Freeform 9"/>
          <p:cNvSpPr/>
          <p:nvPr/>
        </p:nvSpPr>
        <p:spPr>
          <a:xfrm flipH="1">
            <a:off x="2888670" y="701606"/>
            <a:ext cx="5055503" cy="5617225"/>
          </a:xfrm>
          <a:custGeom>
            <a:avLst/>
            <a:gdLst/>
            <a:ahLst/>
            <a:cxnLst/>
            <a:rect l="l" t="t" r="r" b="b"/>
            <a:pathLst>
              <a:path w="5055503" h="5617225">
                <a:moveTo>
                  <a:pt x="5055503" y="0"/>
                </a:moveTo>
                <a:lnTo>
                  <a:pt x="0" y="0"/>
                </a:lnTo>
                <a:lnTo>
                  <a:pt x="0" y="5617226"/>
                </a:lnTo>
                <a:lnTo>
                  <a:pt x="5055503" y="5617226"/>
                </a:lnTo>
                <a:lnTo>
                  <a:pt x="5055503"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p:cNvSpPr/>
          <p:nvPr/>
        </p:nvSpPr>
        <p:spPr>
          <a:xfrm flipV="1">
            <a:off x="2696464" y="5482828"/>
            <a:ext cx="2488396" cy="0"/>
          </a:xfrm>
          <a:prstGeom prst="line">
            <a:avLst/>
          </a:prstGeom>
          <a:ln w="38100" cap="rnd">
            <a:solidFill>
              <a:srgbClr val="222222"/>
            </a:solidFill>
            <a:prstDash val="solid"/>
            <a:headEnd type="none" w="sm" len="sm"/>
            <a:tailEnd type="none" w="sm" len="sm"/>
          </a:ln>
        </p:spPr>
      </p:sp>
      <p:sp>
        <p:nvSpPr>
          <p:cNvPr id="11" name="Freeform 11"/>
          <p:cNvSpPr/>
          <p:nvPr/>
        </p:nvSpPr>
        <p:spPr>
          <a:xfrm>
            <a:off x="2696464" y="7958413"/>
            <a:ext cx="2095467" cy="1449921"/>
          </a:xfrm>
          <a:custGeom>
            <a:avLst/>
            <a:gdLst/>
            <a:ahLst/>
            <a:cxnLst/>
            <a:rect l="l" t="t" r="r" b="b"/>
            <a:pathLst>
              <a:path w="2095467" h="1449921">
                <a:moveTo>
                  <a:pt x="0" y="0"/>
                </a:moveTo>
                <a:lnTo>
                  <a:pt x="2095467" y="0"/>
                </a:lnTo>
                <a:lnTo>
                  <a:pt x="2095467" y="1449921"/>
                </a:lnTo>
                <a:lnTo>
                  <a:pt x="0" y="1449921"/>
                </a:lnTo>
                <a:lnTo>
                  <a:pt x="0" y="0"/>
                </a:lnTo>
                <a:close/>
              </a:path>
            </a:pathLst>
          </a:custGeom>
          <a:blipFill>
            <a:blip r:embed="rId6">
              <a:extLst>
                <a:ext uri="{96DAC541-7B7A-43D3-8B79-37D633B846F1}">
                  <asvg:svgBlip xmlns:asvg="http://schemas.microsoft.com/office/drawing/2016/SVG/main" r:embed="rId7"/>
                </a:ext>
              </a:extLst>
            </a:blip>
            <a:stretch>
              <a:fillRect l="-166580" t="-110847"/>
            </a:stretch>
          </a:blipFill>
        </p:spPr>
      </p:sp>
      <p:sp>
        <p:nvSpPr>
          <p:cNvPr id="12" name="Freeform 12"/>
          <p:cNvSpPr/>
          <p:nvPr/>
        </p:nvSpPr>
        <p:spPr>
          <a:xfrm>
            <a:off x="12533181" y="891384"/>
            <a:ext cx="4726119" cy="3291097"/>
          </a:xfrm>
          <a:custGeom>
            <a:avLst/>
            <a:gdLst/>
            <a:ahLst/>
            <a:cxnLst/>
            <a:rect l="l" t="t" r="r" b="b"/>
            <a:pathLst>
              <a:path w="4726119" h="3291097">
                <a:moveTo>
                  <a:pt x="0" y="0"/>
                </a:moveTo>
                <a:lnTo>
                  <a:pt x="4726119" y="0"/>
                </a:lnTo>
                <a:lnTo>
                  <a:pt x="4726119" y="3291097"/>
                </a:lnTo>
                <a:lnTo>
                  <a:pt x="0" y="329109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4" name="TextBox 14"/>
          <p:cNvSpPr txBox="1"/>
          <p:nvPr/>
        </p:nvSpPr>
        <p:spPr>
          <a:xfrm>
            <a:off x="8940455" y="5047176"/>
            <a:ext cx="7785626" cy="1271656"/>
          </a:xfrm>
          <a:prstGeom prst="rect">
            <a:avLst/>
          </a:prstGeom>
        </p:spPr>
        <p:txBody>
          <a:bodyPr lIns="0" tIns="0" rIns="0" bIns="0" rtlCol="0" anchor="t">
            <a:spAutoFit/>
          </a:bodyPr>
          <a:lstStyle/>
          <a:p>
            <a:pPr algn="l">
              <a:lnSpc>
                <a:spcPts val="8892"/>
              </a:lnSpc>
            </a:pPr>
            <a:r>
              <a:rPr lang="en-US" sz="9167" b="1">
                <a:solidFill>
                  <a:srgbClr val="222222"/>
                </a:solidFill>
                <a:latin typeface="Poppins Bold"/>
                <a:ea typeface="Poppins Bold"/>
                <a:cs typeface="Poppins Bold"/>
                <a:sym typeface="Poppins Bold"/>
              </a:rPr>
              <a:t>OBJECTIVES</a:t>
            </a:r>
          </a:p>
        </p:txBody>
      </p:sp>
      <p:sp>
        <p:nvSpPr>
          <p:cNvPr id="15" name="TextBox 15"/>
          <p:cNvSpPr txBox="1"/>
          <p:nvPr/>
        </p:nvSpPr>
        <p:spPr>
          <a:xfrm>
            <a:off x="8940455" y="6706743"/>
            <a:ext cx="8318845" cy="2551557"/>
          </a:xfrm>
          <a:prstGeom prst="rect">
            <a:avLst/>
          </a:prstGeom>
        </p:spPr>
        <p:txBody>
          <a:bodyPr lIns="0" tIns="0" rIns="0" bIns="0" rtlCol="0" anchor="t">
            <a:spAutoFit/>
          </a:bodyPr>
          <a:lstStyle/>
          <a:p>
            <a:pPr algn="just">
              <a:lnSpc>
                <a:spcPts val="5229"/>
              </a:lnSpc>
            </a:pPr>
            <a:r>
              <a:rPr lang="en-US" sz="2100">
                <a:solidFill>
                  <a:srgbClr val="222222"/>
                </a:solidFill>
                <a:latin typeface="DM Sans"/>
                <a:ea typeface="DM Sans"/>
                <a:cs typeface="DM Sans"/>
                <a:sym typeface="DM Sans"/>
              </a:rPr>
              <a:t>Lorem ipsum dolor sit amet, consectetur adipiscing elit. Nullam interdum hendrerit magna et molestie. In in blandit lorem. Vivamus porta varius orci, eu dapibus urna vestibulum in. Maecenas lobortis condimentum mi, ut gravida purus facilisis ac.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8529668"/>
            <a:ext cx="1757332" cy="1757332"/>
            <a:chOff x="0" y="0"/>
            <a:chExt cx="462836" cy="462836"/>
          </a:xfrm>
        </p:grpSpPr>
        <p:sp>
          <p:nvSpPr>
            <p:cNvPr id="3" name="Freeform 3"/>
            <p:cNvSpPr/>
            <p:nvPr/>
          </p:nvSpPr>
          <p:spPr>
            <a:xfrm>
              <a:off x="0" y="0"/>
              <a:ext cx="462836" cy="462836"/>
            </a:xfrm>
            <a:custGeom>
              <a:avLst/>
              <a:gdLst/>
              <a:ahLst/>
              <a:cxnLst/>
              <a:rect l="l" t="t" r="r" b="b"/>
              <a:pathLst>
                <a:path w="462836" h="462836">
                  <a:moveTo>
                    <a:pt x="0" y="0"/>
                  </a:moveTo>
                  <a:lnTo>
                    <a:pt x="462836" y="0"/>
                  </a:lnTo>
                  <a:lnTo>
                    <a:pt x="462836" y="462836"/>
                  </a:lnTo>
                  <a:lnTo>
                    <a:pt x="0" y="462836"/>
                  </a:lnTo>
                  <a:close/>
                </a:path>
              </a:pathLst>
            </a:custGeom>
            <a:solidFill>
              <a:srgbClr val="E08479"/>
            </a:solidFill>
          </p:spPr>
        </p:sp>
        <p:sp>
          <p:nvSpPr>
            <p:cNvPr id="4" name="TextBox 4"/>
            <p:cNvSpPr txBox="1"/>
            <p:nvPr/>
          </p:nvSpPr>
          <p:spPr>
            <a:xfrm>
              <a:off x="0" y="-47625"/>
              <a:ext cx="462836" cy="510461"/>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0" y="9048008"/>
            <a:ext cx="1757332" cy="625401"/>
          </a:xfrm>
          <a:prstGeom prst="rect">
            <a:avLst/>
          </a:prstGeom>
        </p:spPr>
        <p:txBody>
          <a:bodyPr lIns="0" tIns="0" rIns="0" bIns="0" rtlCol="0" anchor="t">
            <a:spAutoFit/>
          </a:bodyPr>
          <a:lstStyle/>
          <a:p>
            <a:pPr algn="ctr">
              <a:lnSpc>
                <a:spcPts val="4899"/>
              </a:lnSpc>
              <a:spcBef>
                <a:spcPct val="0"/>
              </a:spcBef>
            </a:pPr>
            <a:r>
              <a:rPr lang="en-US" sz="3499" b="1" spc="174">
                <a:solidFill>
                  <a:srgbClr val="222222"/>
                </a:solidFill>
                <a:latin typeface="Poppins Bold"/>
                <a:ea typeface="Poppins Bold"/>
                <a:cs typeface="Poppins Bold"/>
                <a:sym typeface="Poppins Bold"/>
              </a:rPr>
              <a:t>06</a:t>
            </a:r>
          </a:p>
        </p:txBody>
      </p:sp>
      <p:sp>
        <p:nvSpPr>
          <p:cNvPr id="6" name="AutoShape 6"/>
          <p:cNvSpPr/>
          <p:nvPr/>
        </p:nvSpPr>
        <p:spPr>
          <a:xfrm>
            <a:off x="1757332" y="0"/>
            <a:ext cx="0" cy="10287000"/>
          </a:xfrm>
          <a:prstGeom prst="line">
            <a:avLst/>
          </a:prstGeom>
          <a:ln w="38100" cap="flat">
            <a:solidFill>
              <a:srgbClr val="222222"/>
            </a:solidFill>
            <a:prstDash val="solid"/>
            <a:headEnd type="none" w="sm" len="sm"/>
            <a:tailEnd type="none" w="sm" len="sm"/>
          </a:ln>
        </p:spPr>
      </p:sp>
      <p:sp>
        <p:nvSpPr>
          <p:cNvPr id="7" name="AutoShape 7"/>
          <p:cNvSpPr/>
          <p:nvPr/>
        </p:nvSpPr>
        <p:spPr>
          <a:xfrm flipH="1">
            <a:off x="0" y="8529668"/>
            <a:ext cx="1757332" cy="0"/>
          </a:xfrm>
          <a:prstGeom prst="line">
            <a:avLst/>
          </a:prstGeom>
          <a:ln w="38100" cap="flat">
            <a:solidFill>
              <a:srgbClr val="222222"/>
            </a:solidFill>
            <a:prstDash val="solid"/>
            <a:headEnd type="none" w="sm" len="sm"/>
            <a:tailEnd type="none" w="sm" len="sm"/>
          </a:ln>
        </p:spPr>
      </p:sp>
      <p:sp>
        <p:nvSpPr>
          <p:cNvPr id="8" name="Freeform 8"/>
          <p:cNvSpPr/>
          <p:nvPr/>
        </p:nvSpPr>
        <p:spPr>
          <a:xfrm rot="6129698">
            <a:off x="9108950" y="2895430"/>
            <a:ext cx="12730423" cy="10207485"/>
          </a:xfrm>
          <a:custGeom>
            <a:avLst/>
            <a:gdLst/>
            <a:ahLst/>
            <a:cxnLst/>
            <a:rect l="l" t="t" r="r" b="b"/>
            <a:pathLst>
              <a:path w="12730423" h="10207485">
                <a:moveTo>
                  <a:pt x="0" y="0"/>
                </a:moveTo>
                <a:lnTo>
                  <a:pt x="12730423" y="0"/>
                </a:lnTo>
                <a:lnTo>
                  <a:pt x="12730423" y="10207484"/>
                </a:lnTo>
                <a:lnTo>
                  <a:pt x="0" y="102074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2280328" y="6054486"/>
            <a:ext cx="4297007" cy="3343853"/>
          </a:xfrm>
          <a:custGeom>
            <a:avLst/>
            <a:gdLst/>
            <a:ahLst/>
            <a:cxnLst/>
            <a:rect l="l" t="t" r="r" b="b"/>
            <a:pathLst>
              <a:path w="4297007" h="3343853">
                <a:moveTo>
                  <a:pt x="0" y="0"/>
                </a:moveTo>
                <a:lnTo>
                  <a:pt x="4297007" y="0"/>
                </a:lnTo>
                <a:lnTo>
                  <a:pt x="4297007" y="3343852"/>
                </a:lnTo>
                <a:lnTo>
                  <a:pt x="0" y="33438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2280328" y="888662"/>
            <a:ext cx="4826572" cy="7253045"/>
          </a:xfrm>
          <a:custGeom>
            <a:avLst/>
            <a:gdLst/>
            <a:ahLst/>
            <a:cxnLst/>
            <a:rect l="l" t="t" r="r" b="b"/>
            <a:pathLst>
              <a:path w="4826572" h="7253045">
                <a:moveTo>
                  <a:pt x="0" y="0"/>
                </a:moveTo>
                <a:lnTo>
                  <a:pt x="4826572" y="0"/>
                </a:lnTo>
                <a:lnTo>
                  <a:pt x="4826572" y="7253045"/>
                </a:lnTo>
                <a:lnTo>
                  <a:pt x="0" y="725304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5897314" y="7808379"/>
            <a:ext cx="1361986" cy="1449921"/>
          </a:xfrm>
          <a:custGeom>
            <a:avLst/>
            <a:gdLst/>
            <a:ahLst/>
            <a:cxnLst/>
            <a:rect l="l" t="t" r="r" b="b"/>
            <a:pathLst>
              <a:path w="1361986" h="1449921">
                <a:moveTo>
                  <a:pt x="0" y="0"/>
                </a:moveTo>
                <a:lnTo>
                  <a:pt x="1361986" y="0"/>
                </a:lnTo>
                <a:lnTo>
                  <a:pt x="1361986" y="1449921"/>
                </a:lnTo>
                <a:lnTo>
                  <a:pt x="0" y="1449921"/>
                </a:lnTo>
                <a:lnTo>
                  <a:pt x="0" y="0"/>
                </a:lnTo>
                <a:close/>
              </a:path>
            </a:pathLst>
          </a:custGeom>
          <a:blipFill>
            <a:blip r:embed="rId8">
              <a:extLst>
                <a:ext uri="{96DAC541-7B7A-43D3-8B79-37D633B846F1}">
                  <asvg:svgBlip xmlns:asvg="http://schemas.microsoft.com/office/drawing/2016/SVG/main" r:embed="rId9"/>
                </a:ext>
              </a:extLst>
            </a:blip>
            <a:stretch>
              <a:fillRect l="-310144" t="-110847"/>
            </a:stretch>
          </a:blipFill>
        </p:spPr>
      </p:sp>
      <p:sp>
        <p:nvSpPr>
          <p:cNvPr id="12" name="Freeform 12"/>
          <p:cNvSpPr/>
          <p:nvPr/>
        </p:nvSpPr>
        <p:spPr>
          <a:xfrm>
            <a:off x="10730881" y="888662"/>
            <a:ext cx="1867741" cy="1884876"/>
          </a:xfrm>
          <a:custGeom>
            <a:avLst/>
            <a:gdLst/>
            <a:ahLst/>
            <a:cxnLst/>
            <a:rect l="l" t="t" r="r" b="b"/>
            <a:pathLst>
              <a:path w="1867741" h="1884876">
                <a:moveTo>
                  <a:pt x="0" y="0"/>
                </a:moveTo>
                <a:lnTo>
                  <a:pt x="1867740" y="0"/>
                </a:lnTo>
                <a:lnTo>
                  <a:pt x="1867740" y="1884876"/>
                </a:lnTo>
                <a:lnTo>
                  <a:pt x="0" y="188487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3034955" y="2271175"/>
            <a:ext cx="7571313" cy="2399363"/>
          </a:xfrm>
          <a:prstGeom prst="rect">
            <a:avLst/>
          </a:prstGeom>
        </p:spPr>
        <p:txBody>
          <a:bodyPr lIns="0" tIns="0" rIns="0" bIns="0" rtlCol="0" anchor="t">
            <a:spAutoFit/>
          </a:bodyPr>
          <a:lstStyle/>
          <a:p>
            <a:pPr algn="l">
              <a:lnSpc>
                <a:spcPts val="8892"/>
              </a:lnSpc>
            </a:pPr>
            <a:r>
              <a:rPr lang="en-US" sz="9167" b="1">
                <a:solidFill>
                  <a:srgbClr val="222222"/>
                </a:solidFill>
                <a:latin typeface="Poppins Bold"/>
                <a:ea typeface="Poppins Bold"/>
                <a:cs typeface="Poppins Bold"/>
                <a:sym typeface="Poppins Bold"/>
              </a:rPr>
              <a:t>LITERATURE REVIEW</a:t>
            </a:r>
          </a:p>
        </p:txBody>
      </p:sp>
      <p:sp>
        <p:nvSpPr>
          <p:cNvPr id="15" name="TextBox 15"/>
          <p:cNvSpPr txBox="1"/>
          <p:nvPr/>
        </p:nvSpPr>
        <p:spPr>
          <a:xfrm>
            <a:off x="3034955" y="4930868"/>
            <a:ext cx="7080595" cy="3208782"/>
          </a:xfrm>
          <a:prstGeom prst="rect">
            <a:avLst/>
          </a:prstGeom>
        </p:spPr>
        <p:txBody>
          <a:bodyPr lIns="0" tIns="0" rIns="0" bIns="0" rtlCol="0" anchor="t">
            <a:spAutoFit/>
          </a:bodyPr>
          <a:lstStyle/>
          <a:p>
            <a:pPr algn="just">
              <a:lnSpc>
                <a:spcPts val="5229"/>
              </a:lnSpc>
            </a:pPr>
            <a:r>
              <a:rPr lang="en-US" sz="2100">
                <a:solidFill>
                  <a:srgbClr val="222222"/>
                </a:solidFill>
                <a:latin typeface="DM Sans"/>
                <a:ea typeface="DM Sans"/>
                <a:cs typeface="DM Sans"/>
                <a:sym typeface="DM Sans"/>
              </a:rPr>
              <a:t>Lorem ipsum dolor sit amet, consectetur adipiscing elit. Nullam interdum hendrerit magna et molestie. In in blandit lorem. Vivamus porta varius orci, eu dapibus urna vestibulum in. Maecenas lobortis condimentum mi, ut gravida purus facilisis ac.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8529668"/>
            <a:ext cx="1757332" cy="1757332"/>
            <a:chOff x="0" y="0"/>
            <a:chExt cx="462836" cy="462836"/>
          </a:xfrm>
        </p:grpSpPr>
        <p:sp>
          <p:nvSpPr>
            <p:cNvPr id="3" name="Freeform 3"/>
            <p:cNvSpPr/>
            <p:nvPr/>
          </p:nvSpPr>
          <p:spPr>
            <a:xfrm>
              <a:off x="0" y="0"/>
              <a:ext cx="462836" cy="462836"/>
            </a:xfrm>
            <a:custGeom>
              <a:avLst/>
              <a:gdLst/>
              <a:ahLst/>
              <a:cxnLst/>
              <a:rect l="l" t="t" r="r" b="b"/>
              <a:pathLst>
                <a:path w="462836" h="462836">
                  <a:moveTo>
                    <a:pt x="0" y="0"/>
                  </a:moveTo>
                  <a:lnTo>
                    <a:pt x="462836" y="0"/>
                  </a:lnTo>
                  <a:lnTo>
                    <a:pt x="462836" y="462836"/>
                  </a:lnTo>
                  <a:lnTo>
                    <a:pt x="0" y="462836"/>
                  </a:lnTo>
                  <a:close/>
                </a:path>
              </a:pathLst>
            </a:custGeom>
            <a:solidFill>
              <a:srgbClr val="E08479"/>
            </a:solidFill>
          </p:spPr>
        </p:sp>
        <p:sp>
          <p:nvSpPr>
            <p:cNvPr id="4" name="TextBox 4"/>
            <p:cNvSpPr txBox="1"/>
            <p:nvPr/>
          </p:nvSpPr>
          <p:spPr>
            <a:xfrm>
              <a:off x="0" y="-47625"/>
              <a:ext cx="462836" cy="510461"/>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0" y="9048008"/>
            <a:ext cx="1757332" cy="625401"/>
          </a:xfrm>
          <a:prstGeom prst="rect">
            <a:avLst/>
          </a:prstGeom>
        </p:spPr>
        <p:txBody>
          <a:bodyPr lIns="0" tIns="0" rIns="0" bIns="0" rtlCol="0" anchor="t">
            <a:spAutoFit/>
          </a:bodyPr>
          <a:lstStyle/>
          <a:p>
            <a:pPr algn="ctr">
              <a:lnSpc>
                <a:spcPts val="4899"/>
              </a:lnSpc>
              <a:spcBef>
                <a:spcPct val="0"/>
              </a:spcBef>
            </a:pPr>
            <a:r>
              <a:rPr lang="en-US" sz="3499" b="1" spc="174">
                <a:solidFill>
                  <a:srgbClr val="222222"/>
                </a:solidFill>
                <a:latin typeface="Poppins Bold"/>
                <a:ea typeface="Poppins Bold"/>
                <a:cs typeface="Poppins Bold"/>
                <a:sym typeface="Poppins Bold"/>
              </a:rPr>
              <a:t>07</a:t>
            </a:r>
          </a:p>
        </p:txBody>
      </p:sp>
      <p:sp>
        <p:nvSpPr>
          <p:cNvPr id="6" name="AutoShape 6"/>
          <p:cNvSpPr/>
          <p:nvPr/>
        </p:nvSpPr>
        <p:spPr>
          <a:xfrm>
            <a:off x="1757332" y="0"/>
            <a:ext cx="0" cy="10287000"/>
          </a:xfrm>
          <a:prstGeom prst="line">
            <a:avLst/>
          </a:prstGeom>
          <a:ln w="38100" cap="flat">
            <a:solidFill>
              <a:srgbClr val="222222"/>
            </a:solidFill>
            <a:prstDash val="solid"/>
            <a:headEnd type="none" w="sm" len="sm"/>
            <a:tailEnd type="none" w="sm" len="sm"/>
          </a:ln>
        </p:spPr>
      </p:sp>
      <p:sp>
        <p:nvSpPr>
          <p:cNvPr id="7" name="AutoShape 7"/>
          <p:cNvSpPr/>
          <p:nvPr/>
        </p:nvSpPr>
        <p:spPr>
          <a:xfrm flipH="1">
            <a:off x="0" y="8529668"/>
            <a:ext cx="1757332" cy="0"/>
          </a:xfrm>
          <a:prstGeom prst="line">
            <a:avLst/>
          </a:prstGeom>
          <a:ln w="38100" cap="flat">
            <a:solidFill>
              <a:srgbClr val="222222"/>
            </a:solidFill>
            <a:prstDash val="solid"/>
            <a:headEnd type="none" w="sm" len="sm"/>
            <a:tailEnd type="none" w="sm" len="sm"/>
          </a:ln>
        </p:spPr>
      </p:sp>
      <p:grpSp>
        <p:nvGrpSpPr>
          <p:cNvPr id="8" name="Group 8"/>
          <p:cNvGrpSpPr/>
          <p:nvPr/>
        </p:nvGrpSpPr>
        <p:grpSpPr>
          <a:xfrm>
            <a:off x="2238746" y="5629026"/>
            <a:ext cx="15567839" cy="4242614"/>
            <a:chOff x="0" y="0"/>
            <a:chExt cx="4100172" cy="1117396"/>
          </a:xfrm>
        </p:grpSpPr>
        <p:sp>
          <p:nvSpPr>
            <p:cNvPr id="9" name="Freeform 9"/>
            <p:cNvSpPr/>
            <p:nvPr/>
          </p:nvSpPr>
          <p:spPr>
            <a:xfrm>
              <a:off x="0" y="0"/>
              <a:ext cx="4100171" cy="1117396"/>
            </a:xfrm>
            <a:custGeom>
              <a:avLst/>
              <a:gdLst/>
              <a:ahLst/>
              <a:cxnLst/>
              <a:rect l="l" t="t" r="r" b="b"/>
              <a:pathLst>
                <a:path w="4100171" h="1117396">
                  <a:moveTo>
                    <a:pt x="16908" y="0"/>
                  </a:moveTo>
                  <a:lnTo>
                    <a:pt x="4083263" y="0"/>
                  </a:lnTo>
                  <a:cubicBezTo>
                    <a:pt x="4087747" y="0"/>
                    <a:pt x="4092048" y="1781"/>
                    <a:pt x="4095219" y="4952"/>
                  </a:cubicBezTo>
                  <a:cubicBezTo>
                    <a:pt x="4098390" y="8123"/>
                    <a:pt x="4100171" y="12424"/>
                    <a:pt x="4100171" y="16908"/>
                  </a:cubicBezTo>
                  <a:lnTo>
                    <a:pt x="4100171" y="1100488"/>
                  </a:lnTo>
                  <a:cubicBezTo>
                    <a:pt x="4100171" y="1109826"/>
                    <a:pt x="4092601" y="1117396"/>
                    <a:pt x="4083263" y="1117396"/>
                  </a:cubicBezTo>
                  <a:lnTo>
                    <a:pt x="16908" y="1117396"/>
                  </a:lnTo>
                  <a:cubicBezTo>
                    <a:pt x="12424" y="1117396"/>
                    <a:pt x="8123" y="1115615"/>
                    <a:pt x="4952" y="1112444"/>
                  </a:cubicBezTo>
                  <a:cubicBezTo>
                    <a:pt x="1781" y="1109273"/>
                    <a:pt x="0" y="1104972"/>
                    <a:pt x="0" y="1100488"/>
                  </a:cubicBezTo>
                  <a:lnTo>
                    <a:pt x="0" y="16908"/>
                  </a:lnTo>
                  <a:cubicBezTo>
                    <a:pt x="0" y="12424"/>
                    <a:pt x="1781" y="8123"/>
                    <a:pt x="4952" y="4952"/>
                  </a:cubicBezTo>
                  <a:cubicBezTo>
                    <a:pt x="8123" y="1781"/>
                    <a:pt x="12424" y="0"/>
                    <a:pt x="16908" y="0"/>
                  </a:cubicBezTo>
                  <a:close/>
                </a:path>
              </a:pathLst>
            </a:custGeom>
            <a:solidFill>
              <a:srgbClr val="E7E7E7"/>
            </a:solidFill>
          </p:spPr>
        </p:sp>
        <p:sp>
          <p:nvSpPr>
            <p:cNvPr id="10" name="TextBox 10"/>
            <p:cNvSpPr txBox="1"/>
            <p:nvPr/>
          </p:nvSpPr>
          <p:spPr>
            <a:xfrm>
              <a:off x="0" y="-47625"/>
              <a:ext cx="4100172" cy="1165021"/>
            </a:xfrm>
            <a:prstGeom prst="rect">
              <a:avLst/>
            </a:prstGeom>
          </p:spPr>
          <p:txBody>
            <a:bodyPr lIns="50800" tIns="50800" rIns="50800" bIns="50800" rtlCol="0" anchor="ctr"/>
            <a:lstStyle/>
            <a:p>
              <a:pPr algn="ctr">
                <a:lnSpc>
                  <a:spcPts val="2940"/>
                </a:lnSpc>
              </a:pPr>
              <a:endParaRPr/>
            </a:p>
          </p:txBody>
        </p:sp>
      </p:grpSp>
      <p:sp>
        <p:nvSpPr>
          <p:cNvPr id="11" name="AutoShape 11"/>
          <p:cNvSpPr/>
          <p:nvPr/>
        </p:nvSpPr>
        <p:spPr>
          <a:xfrm>
            <a:off x="12606344" y="5980111"/>
            <a:ext cx="0" cy="3540443"/>
          </a:xfrm>
          <a:prstGeom prst="line">
            <a:avLst/>
          </a:prstGeom>
          <a:ln w="9525" cap="rnd">
            <a:solidFill>
              <a:srgbClr val="222222">
                <a:alpha val="30980"/>
              </a:srgbClr>
            </a:solidFill>
            <a:prstDash val="solid"/>
            <a:headEnd type="none" w="sm" len="sm"/>
            <a:tailEnd type="none" w="sm" len="sm"/>
          </a:ln>
        </p:spPr>
      </p:sp>
      <p:sp>
        <p:nvSpPr>
          <p:cNvPr id="12" name="AutoShape 12"/>
          <p:cNvSpPr/>
          <p:nvPr/>
        </p:nvSpPr>
        <p:spPr>
          <a:xfrm>
            <a:off x="7438988" y="5980111"/>
            <a:ext cx="0" cy="3540443"/>
          </a:xfrm>
          <a:prstGeom prst="line">
            <a:avLst/>
          </a:prstGeom>
          <a:ln w="9525" cap="rnd">
            <a:solidFill>
              <a:srgbClr val="222222">
                <a:alpha val="30980"/>
              </a:srgbClr>
            </a:solidFill>
            <a:prstDash val="solid"/>
            <a:headEnd type="none" w="sm" len="sm"/>
            <a:tailEnd type="none" w="sm" len="sm"/>
          </a:ln>
        </p:spPr>
      </p:sp>
      <p:sp>
        <p:nvSpPr>
          <p:cNvPr id="13" name="Freeform 13"/>
          <p:cNvSpPr/>
          <p:nvPr/>
        </p:nvSpPr>
        <p:spPr>
          <a:xfrm>
            <a:off x="12929136" y="701606"/>
            <a:ext cx="4047706" cy="4289476"/>
          </a:xfrm>
          <a:custGeom>
            <a:avLst/>
            <a:gdLst/>
            <a:ahLst/>
            <a:cxnLst/>
            <a:rect l="l" t="t" r="r" b="b"/>
            <a:pathLst>
              <a:path w="4047706" h="4289476">
                <a:moveTo>
                  <a:pt x="0" y="0"/>
                </a:moveTo>
                <a:lnTo>
                  <a:pt x="4047706" y="0"/>
                </a:lnTo>
                <a:lnTo>
                  <a:pt x="4047706" y="4289477"/>
                </a:lnTo>
                <a:lnTo>
                  <a:pt x="0" y="42894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10022666" y="1028700"/>
            <a:ext cx="2278888" cy="2241597"/>
          </a:xfrm>
          <a:custGeom>
            <a:avLst/>
            <a:gdLst/>
            <a:ahLst/>
            <a:cxnLst/>
            <a:rect l="l" t="t" r="r" b="b"/>
            <a:pathLst>
              <a:path w="2278888" h="2241597">
                <a:moveTo>
                  <a:pt x="0" y="0"/>
                </a:moveTo>
                <a:lnTo>
                  <a:pt x="2278888" y="0"/>
                </a:lnTo>
                <a:lnTo>
                  <a:pt x="2278888" y="2241597"/>
                </a:lnTo>
                <a:lnTo>
                  <a:pt x="0" y="22415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2594424" y="2591719"/>
            <a:ext cx="9893430" cy="2399363"/>
          </a:xfrm>
          <a:prstGeom prst="rect">
            <a:avLst/>
          </a:prstGeom>
        </p:spPr>
        <p:txBody>
          <a:bodyPr lIns="0" tIns="0" rIns="0" bIns="0" rtlCol="0" anchor="t">
            <a:spAutoFit/>
          </a:bodyPr>
          <a:lstStyle/>
          <a:p>
            <a:pPr algn="l">
              <a:lnSpc>
                <a:spcPts val="8892"/>
              </a:lnSpc>
            </a:pPr>
            <a:r>
              <a:rPr lang="en-US" sz="9167" b="1">
                <a:solidFill>
                  <a:srgbClr val="222222"/>
                </a:solidFill>
                <a:latin typeface="Poppins Bold"/>
                <a:ea typeface="Poppins Bold"/>
                <a:cs typeface="Poppins Bold"/>
                <a:sym typeface="Poppins Bold"/>
              </a:rPr>
              <a:t>RESEARCH METHODOLOGY</a:t>
            </a:r>
          </a:p>
        </p:txBody>
      </p:sp>
      <p:sp>
        <p:nvSpPr>
          <p:cNvPr id="17" name="TextBox 17"/>
          <p:cNvSpPr txBox="1"/>
          <p:nvPr/>
        </p:nvSpPr>
        <p:spPr>
          <a:xfrm>
            <a:off x="2594424" y="6865969"/>
            <a:ext cx="4521772" cy="2171782"/>
          </a:xfrm>
          <a:prstGeom prst="rect">
            <a:avLst/>
          </a:prstGeom>
        </p:spPr>
        <p:txBody>
          <a:bodyPr lIns="0" tIns="0" rIns="0" bIns="0" rtlCol="0" anchor="t">
            <a:spAutoFit/>
          </a:bodyPr>
          <a:lstStyle/>
          <a:p>
            <a:pPr algn="ctr">
              <a:lnSpc>
                <a:spcPts val="4482"/>
              </a:lnSpc>
            </a:pPr>
            <a:r>
              <a:rPr lang="en-US" sz="1800">
                <a:solidFill>
                  <a:srgbClr val="222222"/>
                </a:solidFill>
                <a:latin typeface="DM Sans"/>
                <a:ea typeface="DM Sans"/>
                <a:cs typeface="DM Sans"/>
                <a:sym typeface="DM Sans"/>
              </a:rPr>
              <a:t>Lorem ipsum dolor sit amet, consectetur adipiscing elit. Nullam interdum hendrerit magna et molestie. In in blandit lorem. Vivamus porta varius orci.</a:t>
            </a:r>
          </a:p>
        </p:txBody>
      </p:sp>
      <p:sp>
        <p:nvSpPr>
          <p:cNvPr id="18" name="TextBox 18"/>
          <p:cNvSpPr txBox="1"/>
          <p:nvPr/>
        </p:nvSpPr>
        <p:spPr>
          <a:xfrm>
            <a:off x="7761780" y="6865969"/>
            <a:ext cx="4521772" cy="2171782"/>
          </a:xfrm>
          <a:prstGeom prst="rect">
            <a:avLst/>
          </a:prstGeom>
        </p:spPr>
        <p:txBody>
          <a:bodyPr lIns="0" tIns="0" rIns="0" bIns="0" rtlCol="0" anchor="t">
            <a:spAutoFit/>
          </a:bodyPr>
          <a:lstStyle/>
          <a:p>
            <a:pPr algn="ctr">
              <a:lnSpc>
                <a:spcPts val="4482"/>
              </a:lnSpc>
            </a:pPr>
            <a:r>
              <a:rPr lang="en-US" sz="1800">
                <a:solidFill>
                  <a:srgbClr val="222222"/>
                </a:solidFill>
                <a:latin typeface="DM Sans"/>
                <a:ea typeface="DM Sans"/>
                <a:cs typeface="DM Sans"/>
                <a:sym typeface="DM Sans"/>
              </a:rPr>
              <a:t>Lorem ipsum dolor sit amet, consectetur adipiscing elit. Nullam interdum hendrerit magna et molestie. In in blandit lorem. Vivamus porta varius orci.</a:t>
            </a:r>
          </a:p>
        </p:txBody>
      </p:sp>
      <p:sp>
        <p:nvSpPr>
          <p:cNvPr id="19" name="TextBox 19"/>
          <p:cNvSpPr txBox="1"/>
          <p:nvPr/>
        </p:nvSpPr>
        <p:spPr>
          <a:xfrm>
            <a:off x="3248541" y="6148589"/>
            <a:ext cx="3213538" cy="670412"/>
          </a:xfrm>
          <a:prstGeom prst="rect">
            <a:avLst/>
          </a:prstGeom>
        </p:spPr>
        <p:txBody>
          <a:bodyPr lIns="0" tIns="0" rIns="0" bIns="0" rtlCol="0" anchor="t">
            <a:spAutoFit/>
          </a:bodyPr>
          <a:lstStyle/>
          <a:p>
            <a:pPr algn="ctr">
              <a:lnSpc>
                <a:spcPts val="5999"/>
              </a:lnSpc>
            </a:pPr>
            <a:r>
              <a:rPr lang="en-US" sz="2399" b="1">
                <a:solidFill>
                  <a:srgbClr val="222222"/>
                </a:solidFill>
                <a:latin typeface="Poppins Bold"/>
                <a:ea typeface="Poppins Bold"/>
                <a:cs typeface="Poppins Bold"/>
                <a:sym typeface="Poppins Bold"/>
              </a:rPr>
              <a:t>Study Design</a:t>
            </a:r>
          </a:p>
        </p:txBody>
      </p:sp>
      <p:sp>
        <p:nvSpPr>
          <p:cNvPr id="20" name="TextBox 20"/>
          <p:cNvSpPr txBox="1"/>
          <p:nvPr/>
        </p:nvSpPr>
        <p:spPr>
          <a:xfrm>
            <a:off x="8415897" y="6148589"/>
            <a:ext cx="3213538" cy="670412"/>
          </a:xfrm>
          <a:prstGeom prst="rect">
            <a:avLst/>
          </a:prstGeom>
        </p:spPr>
        <p:txBody>
          <a:bodyPr lIns="0" tIns="0" rIns="0" bIns="0" rtlCol="0" anchor="t">
            <a:spAutoFit/>
          </a:bodyPr>
          <a:lstStyle/>
          <a:p>
            <a:pPr algn="ctr">
              <a:lnSpc>
                <a:spcPts val="5999"/>
              </a:lnSpc>
            </a:pPr>
            <a:r>
              <a:rPr lang="en-US" sz="2399" b="1">
                <a:solidFill>
                  <a:srgbClr val="222222"/>
                </a:solidFill>
                <a:latin typeface="Poppins Bold"/>
                <a:ea typeface="Poppins Bold"/>
                <a:cs typeface="Poppins Bold"/>
                <a:sym typeface="Poppins Bold"/>
              </a:rPr>
              <a:t>Collecting Data</a:t>
            </a:r>
          </a:p>
        </p:txBody>
      </p:sp>
      <p:sp>
        <p:nvSpPr>
          <p:cNvPr id="21" name="TextBox 21"/>
          <p:cNvSpPr txBox="1"/>
          <p:nvPr/>
        </p:nvSpPr>
        <p:spPr>
          <a:xfrm>
            <a:off x="12929136" y="6865969"/>
            <a:ext cx="4521772" cy="2171782"/>
          </a:xfrm>
          <a:prstGeom prst="rect">
            <a:avLst/>
          </a:prstGeom>
        </p:spPr>
        <p:txBody>
          <a:bodyPr lIns="0" tIns="0" rIns="0" bIns="0" rtlCol="0" anchor="t">
            <a:spAutoFit/>
          </a:bodyPr>
          <a:lstStyle/>
          <a:p>
            <a:pPr algn="ctr">
              <a:lnSpc>
                <a:spcPts val="4482"/>
              </a:lnSpc>
            </a:pPr>
            <a:r>
              <a:rPr lang="en-US" sz="1800">
                <a:solidFill>
                  <a:srgbClr val="222222"/>
                </a:solidFill>
                <a:latin typeface="DM Sans"/>
                <a:ea typeface="DM Sans"/>
                <a:cs typeface="DM Sans"/>
                <a:sym typeface="DM Sans"/>
              </a:rPr>
              <a:t>Lorem ipsum dolor sit amet, consectetur adipiscing elit. Nullam interdum hendrerit magna et molestie. In in blandit lorem. Vivamus porta varius orci.</a:t>
            </a:r>
          </a:p>
        </p:txBody>
      </p:sp>
      <p:sp>
        <p:nvSpPr>
          <p:cNvPr id="22" name="TextBox 22"/>
          <p:cNvSpPr txBox="1"/>
          <p:nvPr/>
        </p:nvSpPr>
        <p:spPr>
          <a:xfrm>
            <a:off x="13583253" y="6148589"/>
            <a:ext cx="3213538" cy="670412"/>
          </a:xfrm>
          <a:prstGeom prst="rect">
            <a:avLst/>
          </a:prstGeom>
        </p:spPr>
        <p:txBody>
          <a:bodyPr lIns="0" tIns="0" rIns="0" bIns="0" rtlCol="0" anchor="t">
            <a:spAutoFit/>
          </a:bodyPr>
          <a:lstStyle/>
          <a:p>
            <a:pPr algn="ctr">
              <a:lnSpc>
                <a:spcPts val="5999"/>
              </a:lnSpc>
            </a:pPr>
            <a:r>
              <a:rPr lang="en-US" sz="2399" b="1">
                <a:solidFill>
                  <a:srgbClr val="222222"/>
                </a:solidFill>
                <a:latin typeface="Poppins Bold"/>
                <a:ea typeface="Poppins Bold"/>
                <a:cs typeface="Poppins Bold"/>
                <a:sym typeface="Poppins Bold"/>
              </a:rPr>
              <a:t>Analyzing Data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8529668"/>
            <a:ext cx="1757332" cy="1757332"/>
            <a:chOff x="0" y="0"/>
            <a:chExt cx="462836" cy="462836"/>
          </a:xfrm>
        </p:grpSpPr>
        <p:sp>
          <p:nvSpPr>
            <p:cNvPr id="3" name="Freeform 3"/>
            <p:cNvSpPr/>
            <p:nvPr/>
          </p:nvSpPr>
          <p:spPr>
            <a:xfrm>
              <a:off x="0" y="0"/>
              <a:ext cx="462836" cy="462836"/>
            </a:xfrm>
            <a:custGeom>
              <a:avLst/>
              <a:gdLst/>
              <a:ahLst/>
              <a:cxnLst/>
              <a:rect l="l" t="t" r="r" b="b"/>
              <a:pathLst>
                <a:path w="462836" h="462836">
                  <a:moveTo>
                    <a:pt x="0" y="0"/>
                  </a:moveTo>
                  <a:lnTo>
                    <a:pt x="462836" y="0"/>
                  </a:lnTo>
                  <a:lnTo>
                    <a:pt x="462836" y="462836"/>
                  </a:lnTo>
                  <a:lnTo>
                    <a:pt x="0" y="462836"/>
                  </a:lnTo>
                  <a:close/>
                </a:path>
              </a:pathLst>
            </a:custGeom>
            <a:solidFill>
              <a:srgbClr val="E08479"/>
            </a:solidFill>
          </p:spPr>
        </p:sp>
        <p:sp>
          <p:nvSpPr>
            <p:cNvPr id="4" name="TextBox 4"/>
            <p:cNvSpPr txBox="1"/>
            <p:nvPr/>
          </p:nvSpPr>
          <p:spPr>
            <a:xfrm>
              <a:off x="0" y="-47625"/>
              <a:ext cx="462836" cy="510461"/>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0" y="9048008"/>
            <a:ext cx="1757332" cy="625401"/>
          </a:xfrm>
          <a:prstGeom prst="rect">
            <a:avLst/>
          </a:prstGeom>
        </p:spPr>
        <p:txBody>
          <a:bodyPr lIns="0" tIns="0" rIns="0" bIns="0" rtlCol="0" anchor="t">
            <a:spAutoFit/>
          </a:bodyPr>
          <a:lstStyle/>
          <a:p>
            <a:pPr algn="ctr">
              <a:lnSpc>
                <a:spcPts val="4899"/>
              </a:lnSpc>
              <a:spcBef>
                <a:spcPct val="0"/>
              </a:spcBef>
            </a:pPr>
            <a:r>
              <a:rPr lang="en-US" sz="3499" b="1" spc="174">
                <a:solidFill>
                  <a:srgbClr val="222222"/>
                </a:solidFill>
                <a:latin typeface="Poppins Bold"/>
                <a:ea typeface="Poppins Bold"/>
                <a:cs typeface="Poppins Bold"/>
                <a:sym typeface="Poppins Bold"/>
              </a:rPr>
              <a:t>08</a:t>
            </a:r>
          </a:p>
        </p:txBody>
      </p:sp>
      <p:sp>
        <p:nvSpPr>
          <p:cNvPr id="6" name="AutoShape 6"/>
          <p:cNvSpPr/>
          <p:nvPr/>
        </p:nvSpPr>
        <p:spPr>
          <a:xfrm>
            <a:off x="1757332" y="0"/>
            <a:ext cx="0" cy="10287000"/>
          </a:xfrm>
          <a:prstGeom prst="line">
            <a:avLst/>
          </a:prstGeom>
          <a:ln w="38100" cap="flat">
            <a:solidFill>
              <a:srgbClr val="222222"/>
            </a:solidFill>
            <a:prstDash val="solid"/>
            <a:headEnd type="none" w="sm" len="sm"/>
            <a:tailEnd type="none" w="sm" len="sm"/>
          </a:ln>
        </p:spPr>
      </p:sp>
      <p:sp>
        <p:nvSpPr>
          <p:cNvPr id="7" name="AutoShape 7"/>
          <p:cNvSpPr/>
          <p:nvPr/>
        </p:nvSpPr>
        <p:spPr>
          <a:xfrm flipH="1">
            <a:off x="0" y="8529668"/>
            <a:ext cx="1757332" cy="0"/>
          </a:xfrm>
          <a:prstGeom prst="line">
            <a:avLst/>
          </a:prstGeom>
          <a:ln w="38100" cap="flat">
            <a:solidFill>
              <a:srgbClr val="222222"/>
            </a:solidFill>
            <a:prstDash val="solid"/>
            <a:headEnd type="none" w="sm" len="sm"/>
            <a:tailEnd type="none" w="sm" len="sm"/>
          </a:ln>
        </p:spPr>
      </p:sp>
      <p:grpSp>
        <p:nvGrpSpPr>
          <p:cNvPr id="8" name="Group 8"/>
          <p:cNvGrpSpPr/>
          <p:nvPr/>
        </p:nvGrpSpPr>
        <p:grpSpPr>
          <a:xfrm>
            <a:off x="2238746" y="5629026"/>
            <a:ext cx="15567839" cy="4242614"/>
            <a:chOff x="0" y="0"/>
            <a:chExt cx="4100172" cy="1117396"/>
          </a:xfrm>
        </p:grpSpPr>
        <p:sp>
          <p:nvSpPr>
            <p:cNvPr id="9" name="Freeform 9"/>
            <p:cNvSpPr/>
            <p:nvPr/>
          </p:nvSpPr>
          <p:spPr>
            <a:xfrm>
              <a:off x="0" y="0"/>
              <a:ext cx="4100171" cy="1117396"/>
            </a:xfrm>
            <a:custGeom>
              <a:avLst/>
              <a:gdLst/>
              <a:ahLst/>
              <a:cxnLst/>
              <a:rect l="l" t="t" r="r" b="b"/>
              <a:pathLst>
                <a:path w="4100171" h="1117396">
                  <a:moveTo>
                    <a:pt x="16908" y="0"/>
                  </a:moveTo>
                  <a:lnTo>
                    <a:pt x="4083263" y="0"/>
                  </a:lnTo>
                  <a:cubicBezTo>
                    <a:pt x="4087747" y="0"/>
                    <a:pt x="4092048" y="1781"/>
                    <a:pt x="4095219" y="4952"/>
                  </a:cubicBezTo>
                  <a:cubicBezTo>
                    <a:pt x="4098390" y="8123"/>
                    <a:pt x="4100171" y="12424"/>
                    <a:pt x="4100171" y="16908"/>
                  </a:cubicBezTo>
                  <a:lnTo>
                    <a:pt x="4100171" y="1100488"/>
                  </a:lnTo>
                  <a:cubicBezTo>
                    <a:pt x="4100171" y="1109826"/>
                    <a:pt x="4092601" y="1117396"/>
                    <a:pt x="4083263" y="1117396"/>
                  </a:cubicBezTo>
                  <a:lnTo>
                    <a:pt x="16908" y="1117396"/>
                  </a:lnTo>
                  <a:cubicBezTo>
                    <a:pt x="12424" y="1117396"/>
                    <a:pt x="8123" y="1115615"/>
                    <a:pt x="4952" y="1112444"/>
                  </a:cubicBezTo>
                  <a:cubicBezTo>
                    <a:pt x="1781" y="1109273"/>
                    <a:pt x="0" y="1104972"/>
                    <a:pt x="0" y="1100488"/>
                  </a:cubicBezTo>
                  <a:lnTo>
                    <a:pt x="0" y="16908"/>
                  </a:lnTo>
                  <a:cubicBezTo>
                    <a:pt x="0" y="12424"/>
                    <a:pt x="1781" y="8123"/>
                    <a:pt x="4952" y="4952"/>
                  </a:cubicBezTo>
                  <a:cubicBezTo>
                    <a:pt x="8123" y="1781"/>
                    <a:pt x="12424" y="0"/>
                    <a:pt x="16908" y="0"/>
                  </a:cubicBezTo>
                  <a:close/>
                </a:path>
              </a:pathLst>
            </a:custGeom>
            <a:solidFill>
              <a:srgbClr val="E7E7E7"/>
            </a:solidFill>
          </p:spPr>
        </p:sp>
        <p:sp>
          <p:nvSpPr>
            <p:cNvPr id="10" name="TextBox 10"/>
            <p:cNvSpPr txBox="1"/>
            <p:nvPr/>
          </p:nvSpPr>
          <p:spPr>
            <a:xfrm>
              <a:off x="0" y="-47625"/>
              <a:ext cx="4100172" cy="1165021"/>
            </a:xfrm>
            <a:prstGeom prst="rect">
              <a:avLst/>
            </a:prstGeom>
          </p:spPr>
          <p:txBody>
            <a:bodyPr lIns="50800" tIns="50800" rIns="50800" bIns="50800" rtlCol="0" anchor="ctr"/>
            <a:lstStyle/>
            <a:p>
              <a:pPr algn="ctr">
                <a:lnSpc>
                  <a:spcPts val="2940"/>
                </a:lnSpc>
              </a:pPr>
              <a:endParaRPr/>
            </a:p>
          </p:txBody>
        </p:sp>
      </p:grpSp>
      <p:pic>
        <p:nvPicPr>
          <p:cNvPr id="11" name="Picture 11"/>
          <p:cNvPicPr>
            <a:picLocks noChangeAspect="1"/>
          </p:cNvPicPr>
          <p:nvPr/>
        </p:nvPicPr>
        <p:blipFill>
          <a:blip r:embed="rId2"/>
          <a:stretch>
            <a:fillRect/>
          </a:stretch>
        </p:blipFill>
        <p:spPr>
          <a:xfrm>
            <a:off x="2137707" y="2752407"/>
            <a:ext cx="7643228" cy="7142828"/>
          </a:xfrm>
          <a:prstGeom prst="rect">
            <a:avLst/>
          </a:prstGeom>
        </p:spPr>
      </p:pic>
      <p:sp>
        <p:nvSpPr>
          <p:cNvPr id="12" name="AutoShape 12"/>
          <p:cNvSpPr/>
          <p:nvPr/>
        </p:nvSpPr>
        <p:spPr>
          <a:xfrm>
            <a:off x="3158553" y="8978110"/>
            <a:ext cx="6022323" cy="0"/>
          </a:xfrm>
          <a:prstGeom prst="line">
            <a:avLst/>
          </a:prstGeom>
          <a:ln w="38100" cap="rnd">
            <a:solidFill>
              <a:srgbClr val="222222"/>
            </a:solidFill>
            <a:prstDash val="solid"/>
            <a:headEnd type="none" w="sm" len="sm"/>
            <a:tailEnd type="none" w="sm" len="sm"/>
          </a:ln>
        </p:spPr>
      </p:sp>
      <p:sp>
        <p:nvSpPr>
          <p:cNvPr id="13" name="Freeform 13"/>
          <p:cNvSpPr/>
          <p:nvPr/>
        </p:nvSpPr>
        <p:spPr>
          <a:xfrm>
            <a:off x="15003672" y="438701"/>
            <a:ext cx="2114582" cy="1710889"/>
          </a:xfrm>
          <a:custGeom>
            <a:avLst/>
            <a:gdLst/>
            <a:ahLst/>
            <a:cxnLst/>
            <a:rect l="l" t="t" r="r" b="b"/>
            <a:pathLst>
              <a:path w="2114582" h="1710889">
                <a:moveTo>
                  <a:pt x="0" y="0"/>
                </a:moveTo>
                <a:lnTo>
                  <a:pt x="2114582" y="0"/>
                </a:lnTo>
                <a:lnTo>
                  <a:pt x="2114582" y="1710889"/>
                </a:lnTo>
                <a:lnTo>
                  <a:pt x="0" y="17108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TextBox 15"/>
          <p:cNvSpPr txBox="1"/>
          <p:nvPr/>
        </p:nvSpPr>
        <p:spPr>
          <a:xfrm>
            <a:off x="2774643" y="806381"/>
            <a:ext cx="7003821" cy="2235433"/>
          </a:xfrm>
          <a:prstGeom prst="rect">
            <a:avLst/>
          </a:prstGeom>
        </p:spPr>
        <p:txBody>
          <a:bodyPr lIns="0" tIns="0" rIns="0" bIns="0" rtlCol="0" anchor="t">
            <a:spAutoFit/>
          </a:bodyPr>
          <a:lstStyle/>
          <a:p>
            <a:pPr algn="l">
              <a:lnSpc>
                <a:spcPts val="8247"/>
              </a:lnSpc>
            </a:pPr>
            <a:r>
              <a:rPr lang="en-US" sz="8502" b="1">
                <a:solidFill>
                  <a:srgbClr val="222222"/>
                </a:solidFill>
                <a:latin typeface="Poppins Bold"/>
                <a:ea typeface="Poppins Bold"/>
                <a:cs typeface="Poppins Bold"/>
                <a:sym typeface="Poppins Bold"/>
              </a:rPr>
              <a:t>RESULTS &amp; DISCUSSION</a:t>
            </a:r>
          </a:p>
        </p:txBody>
      </p:sp>
      <p:sp>
        <p:nvSpPr>
          <p:cNvPr id="16" name="TextBox 16"/>
          <p:cNvSpPr txBox="1"/>
          <p:nvPr/>
        </p:nvSpPr>
        <p:spPr>
          <a:xfrm>
            <a:off x="10343839" y="6980310"/>
            <a:ext cx="6774415" cy="2009775"/>
          </a:xfrm>
          <a:prstGeom prst="rect">
            <a:avLst/>
          </a:prstGeom>
        </p:spPr>
        <p:txBody>
          <a:bodyPr lIns="0" tIns="0" rIns="0" bIns="0" rtlCol="0" anchor="t">
            <a:spAutoFit/>
          </a:bodyPr>
          <a:lstStyle/>
          <a:p>
            <a:pPr marL="0" lvl="1" indent="0" algn="just">
              <a:lnSpc>
                <a:spcPts val="4094"/>
              </a:lnSpc>
              <a:spcBef>
                <a:spcPct val="0"/>
              </a:spcBef>
            </a:pPr>
            <a:r>
              <a:rPr lang="en-US" sz="2100" u="none" strike="noStrike">
                <a:solidFill>
                  <a:srgbClr val="222222">
                    <a:alpha val="70980"/>
                  </a:srgbClr>
                </a:solidFill>
                <a:latin typeface="DM Sans"/>
                <a:ea typeface="DM Sans"/>
                <a:cs typeface="DM Sans"/>
                <a:sym typeface="DM Sans"/>
              </a:rPr>
              <a:t>Lorem ipsum dolor sit amet, consectetur adipiscing elit. Nullam interdum hendrerit magna et molestie. In in blandit lorem. Vivamus porta varius orci, eu dapibus urna vestibulum in.</a:t>
            </a:r>
          </a:p>
        </p:txBody>
      </p:sp>
      <p:sp>
        <p:nvSpPr>
          <p:cNvPr id="17" name="TextBox 17"/>
          <p:cNvSpPr txBox="1"/>
          <p:nvPr/>
        </p:nvSpPr>
        <p:spPr>
          <a:xfrm>
            <a:off x="10343839" y="2619320"/>
            <a:ext cx="6774415" cy="2009775"/>
          </a:xfrm>
          <a:prstGeom prst="rect">
            <a:avLst/>
          </a:prstGeom>
        </p:spPr>
        <p:txBody>
          <a:bodyPr lIns="0" tIns="0" rIns="0" bIns="0" rtlCol="0" anchor="t">
            <a:spAutoFit/>
          </a:bodyPr>
          <a:lstStyle/>
          <a:p>
            <a:pPr algn="just">
              <a:lnSpc>
                <a:spcPts val="4094"/>
              </a:lnSpc>
            </a:pPr>
            <a:r>
              <a:rPr lang="en-US" sz="2100">
                <a:solidFill>
                  <a:srgbClr val="222222">
                    <a:alpha val="70980"/>
                  </a:srgbClr>
                </a:solidFill>
                <a:latin typeface="DM Sans"/>
                <a:ea typeface="DM Sans"/>
                <a:cs typeface="DM Sans"/>
                <a:sym typeface="DM Sans"/>
              </a:rPr>
              <a:t>Lorem ipsum dolor sit amet, consectetur adipiscing elit. Nullam interdum hendrerit magna et molestie. In in blandit lorem. Vivamus porta varius orci, eu dapibus urna vestibulum in.</a:t>
            </a:r>
          </a:p>
        </p:txBody>
      </p:sp>
      <p:sp>
        <p:nvSpPr>
          <p:cNvPr id="18" name="TextBox 18"/>
          <p:cNvSpPr txBox="1"/>
          <p:nvPr/>
        </p:nvSpPr>
        <p:spPr>
          <a:xfrm>
            <a:off x="10343839" y="6196255"/>
            <a:ext cx="3213538" cy="670412"/>
          </a:xfrm>
          <a:prstGeom prst="rect">
            <a:avLst/>
          </a:prstGeom>
        </p:spPr>
        <p:txBody>
          <a:bodyPr lIns="0" tIns="0" rIns="0" bIns="0" rtlCol="0" anchor="t">
            <a:spAutoFit/>
          </a:bodyPr>
          <a:lstStyle/>
          <a:p>
            <a:pPr algn="l">
              <a:lnSpc>
                <a:spcPts val="5999"/>
              </a:lnSpc>
            </a:pPr>
            <a:r>
              <a:rPr lang="en-US" sz="2399" b="1">
                <a:solidFill>
                  <a:srgbClr val="222222"/>
                </a:solidFill>
                <a:latin typeface="Poppins Bold"/>
                <a:ea typeface="Poppins Bold"/>
                <a:cs typeface="Poppins Bold"/>
                <a:sym typeface="Poppins Bold"/>
              </a:rPr>
              <a:t>Discussion</a:t>
            </a:r>
          </a:p>
        </p:txBody>
      </p:sp>
      <p:sp>
        <p:nvSpPr>
          <p:cNvPr id="19" name="TextBox 19"/>
          <p:cNvSpPr txBox="1"/>
          <p:nvPr/>
        </p:nvSpPr>
        <p:spPr>
          <a:xfrm>
            <a:off x="10343839" y="1835265"/>
            <a:ext cx="3213538" cy="670412"/>
          </a:xfrm>
          <a:prstGeom prst="rect">
            <a:avLst/>
          </a:prstGeom>
        </p:spPr>
        <p:txBody>
          <a:bodyPr lIns="0" tIns="0" rIns="0" bIns="0" rtlCol="0" anchor="t">
            <a:spAutoFit/>
          </a:bodyPr>
          <a:lstStyle/>
          <a:p>
            <a:pPr algn="l">
              <a:lnSpc>
                <a:spcPts val="5999"/>
              </a:lnSpc>
            </a:pPr>
            <a:r>
              <a:rPr lang="en-US" sz="2399" b="1">
                <a:solidFill>
                  <a:srgbClr val="222222"/>
                </a:solidFill>
                <a:latin typeface="Poppins Bold"/>
                <a:ea typeface="Poppins Bold"/>
                <a:cs typeface="Poppins Bold"/>
                <a:sym typeface="Poppins Bold"/>
              </a:rPr>
              <a:t>Results</a:t>
            </a: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8529668"/>
            <a:ext cx="1757332" cy="1757332"/>
            <a:chOff x="0" y="0"/>
            <a:chExt cx="462836" cy="462836"/>
          </a:xfrm>
        </p:grpSpPr>
        <p:sp>
          <p:nvSpPr>
            <p:cNvPr id="3" name="Freeform 3"/>
            <p:cNvSpPr/>
            <p:nvPr/>
          </p:nvSpPr>
          <p:spPr>
            <a:xfrm>
              <a:off x="0" y="0"/>
              <a:ext cx="462836" cy="462836"/>
            </a:xfrm>
            <a:custGeom>
              <a:avLst/>
              <a:gdLst/>
              <a:ahLst/>
              <a:cxnLst/>
              <a:rect l="l" t="t" r="r" b="b"/>
              <a:pathLst>
                <a:path w="462836" h="462836">
                  <a:moveTo>
                    <a:pt x="0" y="0"/>
                  </a:moveTo>
                  <a:lnTo>
                    <a:pt x="462836" y="0"/>
                  </a:lnTo>
                  <a:lnTo>
                    <a:pt x="462836" y="462836"/>
                  </a:lnTo>
                  <a:lnTo>
                    <a:pt x="0" y="462836"/>
                  </a:lnTo>
                  <a:close/>
                </a:path>
              </a:pathLst>
            </a:custGeom>
            <a:solidFill>
              <a:srgbClr val="E08479"/>
            </a:solidFill>
          </p:spPr>
        </p:sp>
        <p:sp>
          <p:nvSpPr>
            <p:cNvPr id="4" name="TextBox 4"/>
            <p:cNvSpPr txBox="1"/>
            <p:nvPr/>
          </p:nvSpPr>
          <p:spPr>
            <a:xfrm>
              <a:off x="0" y="-47625"/>
              <a:ext cx="462836" cy="510461"/>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0" y="9048008"/>
            <a:ext cx="1757332" cy="625401"/>
          </a:xfrm>
          <a:prstGeom prst="rect">
            <a:avLst/>
          </a:prstGeom>
        </p:spPr>
        <p:txBody>
          <a:bodyPr lIns="0" tIns="0" rIns="0" bIns="0" rtlCol="0" anchor="t">
            <a:spAutoFit/>
          </a:bodyPr>
          <a:lstStyle/>
          <a:p>
            <a:pPr algn="ctr">
              <a:lnSpc>
                <a:spcPts val="4899"/>
              </a:lnSpc>
              <a:spcBef>
                <a:spcPct val="0"/>
              </a:spcBef>
            </a:pPr>
            <a:r>
              <a:rPr lang="en-US" sz="3499" b="1" spc="174">
                <a:solidFill>
                  <a:srgbClr val="222222"/>
                </a:solidFill>
                <a:latin typeface="Poppins Bold"/>
                <a:ea typeface="Poppins Bold"/>
                <a:cs typeface="Poppins Bold"/>
                <a:sym typeface="Poppins Bold"/>
              </a:rPr>
              <a:t>09</a:t>
            </a:r>
          </a:p>
        </p:txBody>
      </p:sp>
      <p:sp>
        <p:nvSpPr>
          <p:cNvPr id="6" name="AutoShape 6"/>
          <p:cNvSpPr/>
          <p:nvPr/>
        </p:nvSpPr>
        <p:spPr>
          <a:xfrm>
            <a:off x="1757332" y="0"/>
            <a:ext cx="0" cy="10287000"/>
          </a:xfrm>
          <a:prstGeom prst="line">
            <a:avLst/>
          </a:prstGeom>
          <a:ln w="38100" cap="flat">
            <a:solidFill>
              <a:srgbClr val="222222"/>
            </a:solidFill>
            <a:prstDash val="solid"/>
            <a:headEnd type="none" w="sm" len="sm"/>
            <a:tailEnd type="none" w="sm" len="sm"/>
          </a:ln>
        </p:spPr>
      </p:sp>
      <p:sp>
        <p:nvSpPr>
          <p:cNvPr id="7" name="AutoShape 7"/>
          <p:cNvSpPr/>
          <p:nvPr/>
        </p:nvSpPr>
        <p:spPr>
          <a:xfrm flipH="1">
            <a:off x="0" y="8529668"/>
            <a:ext cx="1757332" cy="0"/>
          </a:xfrm>
          <a:prstGeom prst="line">
            <a:avLst/>
          </a:prstGeom>
          <a:ln w="38100" cap="flat">
            <a:solidFill>
              <a:srgbClr val="222222"/>
            </a:solidFill>
            <a:prstDash val="solid"/>
            <a:headEnd type="none" w="sm" len="sm"/>
            <a:tailEnd type="none" w="sm" len="sm"/>
          </a:ln>
        </p:spPr>
      </p:sp>
      <p:sp>
        <p:nvSpPr>
          <p:cNvPr id="8" name="Freeform 8"/>
          <p:cNvSpPr/>
          <p:nvPr/>
        </p:nvSpPr>
        <p:spPr>
          <a:xfrm>
            <a:off x="9144000" y="-2041178"/>
            <a:ext cx="10332887" cy="10238952"/>
          </a:xfrm>
          <a:custGeom>
            <a:avLst/>
            <a:gdLst/>
            <a:ahLst/>
            <a:cxnLst/>
            <a:rect l="l" t="t" r="r" b="b"/>
            <a:pathLst>
              <a:path w="10332887" h="10238952">
                <a:moveTo>
                  <a:pt x="0" y="0"/>
                </a:moveTo>
                <a:lnTo>
                  <a:pt x="10332887" y="0"/>
                </a:lnTo>
                <a:lnTo>
                  <a:pt x="10332887" y="10238952"/>
                </a:lnTo>
                <a:lnTo>
                  <a:pt x="0" y="102389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0696595" y="443996"/>
            <a:ext cx="6664981" cy="7542673"/>
          </a:xfrm>
          <a:custGeom>
            <a:avLst/>
            <a:gdLst/>
            <a:ahLst/>
            <a:cxnLst/>
            <a:rect l="l" t="t" r="r" b="b"/>
            <a:pathLst>
              <a:path w="6664981" h="7542673">
                <a:moveTo>
                  <a:pt x="0" y="0"/>
                </a:moveTo>
                <a:lnTo>
                  <a:pt x="6664980" y="0"/>
                </a:lnTo>
                <a:lnTo>
                  <a:pt x="6664980" y="7542674"/>
                </a:lnTo>
                <a:lnTo>
                  <a:pt x="0" y="75426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p:cNvSpPr/>
          <p:nvPr/>
        </p:nvSpPr>
        <p:spPr>
          <a:xfrm flipH="1">
            <a:off x="11906146" y="7011430"/>
            <a:ext cx="1279789" cy="0"/>
          </a:xfrm>
          <a:prstGeom prst="line">
            <a:avLst/>
          </a:prstGeom>
          <a:ln w="38100" cap="rnd">
            <a:solidFill>
              <a:srgbClr val="222222"/>
            </a:solidFill>
            <a:prstDash val="solid"/>
            <a:headEnd type="none" w="sm" len="sm"/>
            <a:tailEnd type="none" w="sm" len="sm"/>
          </a:ln>
        </p:spPr>
      </p:sp>
      <p:sp>
        <p:nvSpPr>
          <p:cNvPr id="11" name="Freeform 11"/>
          <p:cNvSpPr/>
          <p:nvPr/>
        </p:nvSpPr>
        <p:spPr>
          <a:xfrm>
            <a:off x="2846548" y="637646"/>
            <a:ext cx="3997921" cy="4505854"/>
          </a:xfrm>
          <a:custGeom>
            <a:avLst/>
            <a:gdLst/>
            <a:ahLst/>
            <a:cxnLst/>
            <a:rect l="l" t="t" r="r" b="b"/>
            <a:pathLst>
              <a:path w="3997921" h="4505854">
                <a:moveTo>
                  <a:pt x="0" y="0"/>
                </a:moveTo>
                <a:lnTo>
                  <a:pt x="3997922" y="0"/>
                </a:lnTo>
                <a:lnTo>
                  <a:pt x="3997922" y="4505854"/>
                </a:lnTo>
                <a:lnTo>
                  <a:pt x="0" y="45058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TextBox 13"/>
          <p:cNvSpPr txBox="1"/>
          <p:nvPr/>
        </p:nvSpPr>
        <p:spPr>
          <a:xfrm>
            <a:off x="2846548" y="6001279"/>
            <a:ext cx="7952948" cy="1189506"/>
          </a:xfrm>
          <a:prstGeom prst="rect">
            <a:avLst/>
          </a:prstGeom>
        </p:spPr>
        <p:txBody>
          <a:bodyPr lIns="0" tIns="0" rIns="0" bIns="0" rtlCol="0" anchor="t">
            <a:spAutoFit/>
          </a:bodyPr>
          <a:lstStyle/>
          <a:p>
            <a:pPr algn="l">
              <a:lnSpc>
                <a:spcPts val="8247"/>
              </a:lnSpc>
            </a:pPr>
            <a:r>
              <a:rPr lang="en-US" sz="8502" b="1">
                <a:solidFill>
                  <a:srgbClr val="222222"/>
                </a:solidFill>
                <a:latin typeface="Poppins Bold"/>
                <a:ea typeface="Poppins Bold"/>
                <a:cs typeface="Poppins Bold"/>
                <a:sym typeface="Poppins Bold"/>
              </a:rPr>
              <a:t>CONCLUSION</a:t>
            </a:r>
          </a:p>
        </p:txBody>
      </p:sp>
      <p:sp>
        <p:nvSpPr>
          <p:cNvPr id="14" name="TextBox 14"/>
          <p:cNvSpPr txBox="1"/>
          <p:nvPr/>
        </p:nvSpPr>
        <p:spPr>
          <a:xfrm>
            <a:off x="2846548" y="7398559"/>
            <a:ext cx="7340056" cy="2009775"/>
          </a:xfrm>
          <a:prstGeom prst="rect">
            <a:avLst/>
          </a:prstGeom>
        </p:spPr>
        <p:txBody>
          <a:bodyPr lIns="0" tIns="0" rIns="0" bIns="0" rtlCol="0" anchor="t">
            <a:spAutoFit/>
          </a:bodyPr>
          <a:lstStyle/>
          <a:p>
            <a:pPr algn="just">
              <a:lnSpc>
                <a:spcPts val="4094"/>
              </a:lnSpc>
            </a:pPr>
            <a:r>
              <a:rPr lang="en-US" sz="2100">
                <a:solidFill>
                  <a:srgbClr val="222222">
                    <a:alpha val="70980"/>
                  </a:srgbClr>
                </a:solidFill>
                <a:latin typeface="DM Sans"/>
                <a:ea typeface="DM Sans"/>
                <a:cs typeface="DM Sans"/>
                <a:sym typeface="DM Sans"/>
              </a:rPr>
              <a:t>Lorem ipsum dolor sit amet, consectetur adipiscing elit. Nullam interdum hendrerit magna et molestie. In in blandit lorem. Vivamus porta varius orci, eu dapibus urna vestibulum in.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8529668"/>
            <a:ext cx="1757332" cy="1757332"/>
            <a:chOff x="0" y="0"/>
            <a:chExt cx="462836" cy="462836"/>
          </a:xfrm>
        </p:grpSpPr>
        <p:sp>
          <p:nvSpPr>
            <p:cNvPr id="3" name="Freeform 3"/>
            <p:cNvSpPr/>
            <p:nvPr/>
          </p:nvSpPr>
          <p:spPr>
            <a:xfrm>
              <a:off x="0" y="0"/>
              <a:ext cx="462836" cy="462836"/>
            </a:xfrm>
            <a:custGeom>
              <a:avLst/>
              <a:gdLst/>
              <a:ahLst/>
              <a:cxnLst/>
              <a:rect l="l" t="t" r="r" b="b"/>
              <a:pathLst>
                <a:path w="462836" h="462836">
                  <a:moveTo>
                    <a:pt x="0" y="0"/>
                  </a:moveTo>
                  <a:lnTo>
                    <a:pt x="462836" y="0"/>
                  </a:lnTo>
                  <a:lnTo>
                    <a:pt x="462836" y="462836"/>
                  </a:lnTo>
                  <a:lnTo>
                    <a:pt x="0" y="462836"/>
                  </a:lnTo>
                  <a:close/>
                </a:path>
              </a:pathLst>
            </a:custGeom>
            <a:solidFill>
              <a:srgbClr val="E08479"/>
            </a:solidFill>
          </p:spPr>
        </p:sp>
        <p:sp>
          <p:nvSpPr>
            <p:cNvPr id="4" name="TextBox 4"/>
            <p:cNvSpPr txBox="1"/>
            <p:nvPr/>
          </p:nvSpPr>
          <p:spPr>
            <a:xfrm>
              <a:off x="0" y="-47625"/>
              <a:ext cx="462836" cy="510461"/>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0" y="9048008"/>
            <a:ext cx="1757332" cy="625401"/>
          </a:xfrm>
          <a:prstGeom prst="rect">
            <a:avLst/>
          </a:prstGeom>
        </p:spPr>
        <p:txBody>
          <a:bodyPr lIns="0" tIns="0" rIns="0" bIns="0" rtlCol="0" anchor="t">
            <a:spAutoFit/>
          </a:bodyPr>
          <a:lstStyle/>
          <a:p>
            <a:pPr algn="ctr">
              <a:lnSpc>
                <a:spcPts val="4899"/>
              </a:lnSpc>
              <a:spcBef>
                <a:spcPct val="0"/>
              </a:spcBef>
            </a:pPr>
            <a:r>
              <a:rPr lang="en-US" sz="3499" b="1" spc="174">
                <a:solidFill>
                  <a:srgbClr val="222222"/>
                </a:solidFill>
                <a:latin typeface="Poppins Bold"/>
                <a:ea typeface="Poppins Bold"/>
                <a:cs typeface="Poppins Bold"/>
                <a:sym typeface="Poppins Bold"/>
              </a:rPr>
              <a:t>10</a:t>
            </a:r>
          </a:p>
        </p:txBody>
      </p:sp>
      <p:sp>
        <p:nvSpPr>
          <p:cNvPr id="6" name="Freeform 6"/>
          <p:cNvSpPr/>
          <p:nvPr/>
        </p:nvSpPr>
        <p:spPr>
          <a:xfrm>
            <a:off x="1757332" y="3711400"/>
            <a:ext cx="8040153" cy="10238952"/>
          </a:xfrm>
          <a:custGeom>
            <a:avLst/>
            <a:gdLst/>
            <a:ahLst/>
            <a:cxnLst/>
            <a:rect l="l" t="t" r="r" b="b"/>
            <a:pathLst>
              <a:path w="8040153" h="10238952">
                <a:moveTo>
                  <a:pt x="0" y="0"/>
                </a:moveTo>
                <a:lnTo>
                  <a:pt x="8040152" y="0"/>
                </a:lnTo>
                <a:lnTo>
                  <a:pt x="8040152" y="10238952"/>
                </a:lnTo>
                <a:lnTo>
                  <a:pt x="0" y="10238952"/>
                </a:lnTo>
                <a:lnTo>
                  <a:pt x="0" y="0"/>
                </a:lnTo>
                <a:close/>
              </a:path>
            </a:pathLst>
          </a:custGeom>
          <a:blipFill>
            <a:blip r:embed="rId2">
              <a:extLst>
                <a:ext uri="{96DAC541-7B7A-43D3-8B79-37D633B846F1}">
                  <asvg:svgBlip xmlns:asvg="http://schemas.microsoft.com/office/drawing/2016/SVG/main" r:embed="rId3"/>
                </a:ext>
              </a:extLst>
            </a:blip>
            <a:stretch>
              <a:fillRect l="-25380" r="-3135"/>
            </a:stretch>
          </a:blipFill>
        </p:spPr>
      </p:sp>
      <p:sp>
        <p:nvSpPr>
          <p:cNvPr id="7" name="AutoShape 7"/>
          <p:cNvSpPr/>
          <p:nvPr/>
        </p:nvSpPr>
        <p:spPr>
          <a:xfrm>
            <a:off x="1757332" y="0"/>
            <a:ext cx="0" cy="10287000"/>
          </a:xfrm>
          <a:prstGeom prst="line">
            <a:avLst/>
          </a:prstGeom>
          <a:ln w="38100" cap="flat">
            <a:solidFill>
              <a:srgbClr val="222222"/>
            </a:solidFill>
            <a:prstDash val="solid"/>
            <a:headEnd type="none" w="sm" len="sm"/>
            <a:tailEnd type="none" w="sm" len="sm"/>
          </a:ln>
        </p:spPr>
      </p:sp>
      <p:sp>
        <p:nvSpPr>
          <p:cNvPr id="8" name="AutoShape 8"/>
          <p:cNvSpPr/>
          <p:nvPr/>
        </p:nvSpPr>
        <p:spPr>
          <a:xfrm flipH="1">
            <a:off x="0" y="8529668"/>
            <a:ext cx="1757332" cy="0"/>
          </a:xfrm>
          <a:prstGeom prst="line">
            <a:avLst/>
          </a:prstGeom>
          <a:ln w="38100" cap="flat">
            <a:solidFill>
              <a:srgbClr val="222222"/>
            </a:solidFill>
            <a:prstDash val="solid"/>
            <a:headEnd type="none" w="sm" len="sm"/>
            <a:tailEnd type="none" w="sm" len="sm"/>
          </a:ln>
        </p:spPr>
      </p:sp>
      <p:sp>
        <p:nvSpPr>
          <p:cNvPr id="9" name="Freeform 9"/>
          <p:cNvSpPr/>
          <p:nvPr/>
        </p:nvSpPr>
        <p:spPr>
          <a:xfrm>
            <a:off x="3459114" y="1227258"/>
            <a:ext cx="2461559" cy="2484142"/>
          </a:xfrm>
          <a:custGeom>
            <a:avLst/>
            <a:gdLst/>
            <a:ahLst/>
            <a:cxnLst/>
            <a:rect l="l" t="t" r="r" b="b"/>
            <a:pathLst>
              <a:path w="2461559" h="2484142">
                <a:moveTo>
                  <a:pt x="0" y="0"/>
                </a:moveTo>
                <a:lnTo>
                  <a:pt x="2461559" y="0"/>
                </a:lnTo>
                <a:lnTo>
                  <a:pt x="2461559" y="2484142"/>
                </a:lnTo>
                <a:lnTo>
                  <a:pt x="0" y="24841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3211435" y="1930494"/>
            <a:ext cx="5724992" cy="6426011"/>
          </a:xfrm>
          <a:custGeom>
            <a:avLst/>
            <a:gdLst/>
            <a:ahLst/>
            <a:cxnLst/>
            <a:rect l="l" t="t" r="r" b="b"/>
            <a:pathLst>
              <a:path w="5724992" h="6426011">
                <a:moveTo>
                  <a:pt x="0" y="0"/>
                </a:moveTo>
                <a:lnTo>
                  <a:pt x="5724992" y="0"/>
                </a:lnTo>
                <a:lnTo>
                  <a:pt x="5724992" y="6426012"/>
                </a:lnTo>
                <a:lnTo>
                  <a:pt x="0" y="64260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TextBox 12"/>
          <p:cNvSpPr txBox="1"/>
          <p:nvPr/>
        </p:nvSpPr>
        <p:spPr>
          <a:xfrm>
            <a:off x="10371480" y="2646071"/>
            <a:ext cx="6431641" cy="2235433"/>
          </a:xfrm>
          <a:prstGeom prst="rect">
            <a:avLst/>
          </a:prstGeom>
        </p:spPr>
        <p:txBody>
          <a:bodyPr lIns="0" tIns="0" rIns="0" bIns="0" rtlCol="0" anchor="t">
            <a:spAutoFit/>
          </a:bodyPr>
          <a:lstStyle/>
          <a:p>
            <a:pPr algn="l">
              <a:lnSpc>
                <a:spcPts val="8247"/>
              </a:lnSpc>
            </a:pPr>
            <a:r>
              <a:rPr lang="en-US" sz="8502" b="1">
                <a:solidFill>
                  <a:srgbClr val="222222"/>
                </a:solidFill>
                <a:latin typeface="Poppins Bold"/>
                <a:ea typeface="Poppins Bold"/>
                <a:cs typeface="Poppins Bold"/>
                <a:sym typeface="Poppins Bold"/>
              </a:rPr>
              <a:t>FUTURE RESEARCH</a:t>
            </a:r>
          </a:p>
        </p:txBody>
      </p:sp>
      <p:sp>
        <p:nvSpPr>
          <p:cNvPr id="13" name="TextBox 13"/>
          <p:cNvSpPr txBox="1"/>
          <p:nvPr/>
        </p:nvSpPr>
        <p:spPr>
          <a:xfrm>
            <a:off x="10371480" y="5735929"/>
            <a:ext cx="6431641" cy="2009775"/>
          </a:xfrm>
          <a:prstGeom prst="rect">
            <a:avLst/>
          </a:prstGeom>
        </p:spPr>
        <p:txBody>
          <a:bodyPr lIns="0" tIns="0" rIns="0" bIns="0" rtlCol="0" anchor="t">
            <a:spAutoFit/>
          </a:bodyPr>
          <a:lstStyle/>
          <a:p>
            <a:pPr algn="just">
              <a:lnSpc>
                <a:spcPts val="4094"/>
              </a:lnSpc>
            </a:pPr>
            <a:r>
              <a:rPr lang="en-US" sz="2100">
                <a:solidFill>
                  <a:srgbClr val="222222">
                    <a:alpha val="70980"/>
                  </a:srgbClr>
                </a:solidFill>
                <a:latin typeface="DM Sans"/>
                <a:ea typeface="DM Sans"/>
                <a:cs typeface="DM Sans"/>
                <a:sym typeface="DM Sans"/>
              </a:rPr>
              <a:t>Lorem ipsum dolor sit amet, consectetur adipiscing elit. Nullam interdum hendrerit magna et molestie. In in blandit lorem. Vivamus porta varius orci, eu dapibus urna vestibulum in.</a:t>
            </a:r>
          </a:p>
        </p:txBody>
      </p:sp>
      <p:sp>
        <p:nvSpPr>
          <p:cNvPr id="14" name="TextBox 14"/>
          <p:cNvSpPr txBox="1"/>
          <p:nvPr/>
        </p:nvSpPr>
        <p:spPr>
          <a:xfrm>
            <a:off x="10371480" y="5013327"/>
            <a:ext cx="6196394" cy="670412"/>
          </a:xfrm>
          <a:prstGeom prst="rect">
            <a:avLst/>
          </a:prstGeom>
        </p:spPr>
        <p:txBody>
          <a:bodyPr lIns="0" tIns="0" rIns="0" bIns="0" rtlCol="0" anchor="t">
            <a:spAutoFit/>
          </a:bodyPr>
          <a:lstStyle/>
          <a:p>
            <a:pPr algn="l">
              <a:lnSpc>
                <a:spcPts val="5999"/>
              </a:lnSpc>
            </a:pPr>
            <a:r>
              <a:rPr lang="en-US" sz="2399" b="1">
                <a:solidFill>
                  <a:srgbClr val="222222"/>
                </a:solidFill>
                <a:latin typeface="Poppins Bold"/>
                <a:ea typeface="Poppins Bold"/>
                <a:cs typeface="Poppins Bold"/>
                <a:sym typeface="Poppins Bold"/>
              </a:rPr>
              <a:t>Recommendation for next research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EDE90-F2B9-B6FF-E81D-942787CA8CA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ED8B719-1DFD-B68A-CAE3-FAA504CEB222}"/>
              </a:ext>
            </a:extLst>
          </p:cNvPr>
          <p:cNvGrpSpPr/>
          <p:nvPr/>
        </p:nvGrpSpPr>
        <p:grpSpPr>
          <a:xfrm>
            <a:off x="0" y="8529668"/>
            <a:ext cx="1757332" cy="1757332"/>
            <a:chOff x="0" y="0"/>
            <a:chExt cx="462836" cy="462836"/>
          </a:xfrm>
        </p:grpSpPr>
        <p:sp>
          <p:nvSpPr>
            <p:cNvPr id="3" name="Freeform 3">
              <a:extLst>
                <a:ext uri="{FF2B5EF4-FFF2-40B4-BE49-F238E27FC236}">
                  <a16:creationId xmlns:a16="http://schemas.microsoft.com/office/drawing/2014/main" id="{6B492DC3-BFF1-F544-B487-21A4E1BC8891}"/>
                </a:ext>
              </a:extLst>
            </p:cNvPr>
            <p:cNvSpPr/>
            <p:nvPr/>
          </p:nvSpPr>
          <p:spPr>
            <a:xfrm>
              <a:off x="0" y="0"/>
              <a:ext cx="462836" cy="462836"/>
            </a:xfrm>
            <a:custGeom>
              <a:avLst/>
              <a:gdLst/>
              <a:ahLst/>
              <a:cxnLst/>
              <a:rect l="l" t="t" r="r" b="b"/>
              <a:pathLst>
                <a:path w="462836" h="462836">
                  <a:moveTo>
                    <a:pt x="0" y="0"/>
                  </a:moveTo>
                  <a:lnTo>
                    <a:pt x="462836" y="0"/>
                  </a:lnTo>
                  <a:lnTo>
                    <a:pt x="462836" y="462836"/>
                  </a:lnTo>
                  <a:lnTo>
                    <a:pt x="0" y="462836"/>
                  </a:lnTo>
                  <a:close/>
                </a:path>
              </a:pathLst>
            </a:custGeom>
            <a:solidFill>
              <a:srgbClr val="E08479"/>
            </a:solidFill>
          </p:spPr>
        </p:sp>
        <p:sp>
          <p:nvSpPr>
            <p:cNvPr id="4" name="TextBox 4">
              <a:extLst>
                <a:ext uri="{FF2B5EF4-FFF2-40B4-BE49-F238E27FC236}">
                  <a16:creationId xmlns:a16="http://schemas.microsoft.com/office/drawing/2014/main" id="{B4D5DFB1-BEEF-1E5B-21AB-6B612754F268}"/>
                </a:ext>
              </a:extLst>
            </p:cNvPr>
            <p:cNvSpPr txBox="1"/>
            <p:nvPr/>
          </p:nvSpPr>
          <p:spPr>
            <a:xfrm>
              <a:off x="0" y="-47625"/>
              <a:ext cx="462836" cy="510461"/>
            </a:xfrm>
            <a:prstGeom prst="rect">
              <a:avLst/>
            </a:prstGeom>
          </p:spPr>
          <p:txBody>
            <a:bodyPr lIns="50800" tIns="50800" rIns="50800" bIns="50800" rtlCol="0" anchor="ctr"/>
            <a:lstStyle/>
            <a:p>
              <a:pPr algn="ctr">
                <a:lnSpc>
                  <a:spcPts val="2940"/>
                </a:lnSpc>
              </a:pPr>
              <a:endParaRPr/>
            </a:p>
          </p:txBody>
        </p:sp>
      </p:grpSp>
      <p:sp>
        <p:nvSpPr>
          <p:cNvPr id="5" name="TextBox 5">
            <a:extLst>
              <a:ext uri="{FF2B5EF4-FFF2-40B4-BE49-F238E27FC236}">
                <a16:creationId xmlns:a16="http://schemas.microsoft.com/office/drawing/2014/main" id="{6FC6062D-2276-2E14-5B26-DC2A62CC0E57}"/>
              </a:ext>
            </a:extLst>
          </p:cNvPr>
          <p:cNvSpPr txBox="1"/>
          <p:nvPr/>
        </p:nvSpPr>
        <p:spPr>
          <a:xfrm>
            <a:off x="0" y="9048008"/>
            <a:ext cx="1757332" cy="625401"/>
          </a:xfrm>
          <a:prstGeom prst="rect">
            <a:avLst/>
          </a:prstGeom>
        </p:spPr>
        <p:txBody>
          <a:bodyPr lIns="0" tIns="0" rIns="0" bIns="0" rtlCol="0" anchor="t">
            <a:spAutoFit/>
          </a:bodyPr>
          <a:lstStyle/>
          <a:p>
            <a:pPr algn="ctr">
              <a:lnSpc>
                <a:spcPts val="4899"/>
              </a:lnSpc>
              <a:spcBef>
                <a:spcPct val="0"/>
              </a:spcBef>
            </a:pPr>
            <a:r>
              <a:rPr lang="en-US" sz="3499" b="1" spc="174">
                <a:solidFill>
                  <a:srgbClr val="222222"/>
                </a:solidFill>
                <a:latin typeface="Poppins Bold"/>
                <a:ea typeface="Poppins Bold"/>
                <a:cs typeface="Poppins Bold"/>
                <a:sym typeface="Poppins Bold"/>
              </a:rPr>
              <a:t>04</a:t>
            </a:r>
          </a:p>
        </p:txBody>
      </p:sp>
      <p:sp>
        <p:nvSpPr>
          <p:cNvPr id="6" name="AutoShape 6">
            <a:extLst>
              <a:ext uri="{FF2B5EF4-FFF2-40B4-BE49-F238E27FC236}">
                <a16:creationId xmlns:a16="http://schemas.microsoft.com/office/drawing/2014/main" id="{F077BE84-0E40-8357-08A5-E84BD12C241B}"/>
              </a:ext>
            </a:extLst>
          </p:cNvPr>
          <p:cNvSpPr/>
          <p:nvPr/>
        </p:nvSpPr>
        <p:spPr>
          <a:xfrm>
            <a:off x="1757332" y="0"/>
            <a:ext cx="0" cy="10287000"/>
          </a:xfrm>
          <a:prstGeom prst="line">
            <a:avLst/>
          </a:prstGeom>
          <a:ln w="38100" cap="flat">
            <a:solidFill>
              <a:srgbClr val="222222"/>
            </a:solidFill>
            <a:prstDash val="solid"/>
            <a:headEnd type="none" w="sm" len="sm"/>
            <a:tailEnd type="none" w="sm" len="sm"/>
          </a:ln>
        </p:spPr>
      </p:sp>
      <p:sp>
        <p:nvSpPr>
          <p:cNvPr id="7" name="AutoShape 7">
            <a:extLst>
              <a:ext uri="{FF2B5EF4-FFF2-40B4-BE49-F238E27FC236}">
                <a16:creationId xmlns:a16="http://schemas.microsoft.com/office/drawing/2014/main" id="{8BD2DD49-2E7A-9880-4753-35F7A090B2A8}"/>
              </a:ext>
            </a:extLst>
          </p:cNvPr>
          <p:cNvSpPr/>
          <p:nvPr/>
        </p:nvSpPr>
        <p:spPr>
          <a:xfrm flipH="1">
            <a:off x="0" y="8529668"/>
            <a:ext cx="1757332" cy="0"/>
          </a:xfrm>
          <a:prstGeom prst="line">
            <a:avLst/>
          </a:prstGeom>
          <a:ln w="38100" cap="flat">
            <a:solidFill>
              <a:srgbClr val="222222"/>
            </a:solidFill>
            <a:prstDash val="solid"/>
            <a:headEnd type="none" w="sm" len="sm"/>
            <a:tailEnd type="none" w="sm" len="sm"/>
          </a:ln>
        </p:spPr>
      </p:sp>
      <p:sp>
        <p:nvSpPr>
          <p:cNvPr id="8" name="Freeform 8">
            <a:extLst>
              <a:ext uri="{FF2B5EF4-FFF2-40B4-BE49-F238E27FC236}">
                <a16:creationId xmlns:a16="http://schemas.microsoft.com/office/drawing/2014/main" id="{2BA407FA-1303-E6B0-25E1-DF3301BEEF38}"/>
              </a:ext>
            </a:extLst>
          </p:cNvPr>
          <p:cNvSpPr/>
          <p:nvPr/>
        </p:nvSpPr>
        <p:spPr>
          <a:xfrm rot="-1141328" flipH="1">
            <a:off x="11238361" y="-4467998"/>
            <a:ext cx="12041877" cy="10706323"/>
          </a:xfrm>
          <a:custGeom>
            <a:avLst/>
            <a:gdLst/>
            <a:ahLst/>
            <a:cxnLst/>
            <a:rect l="l" t="t" r="r" b="b"/>
            <a:pathLst>
              <a:path w="12041877" h="10706323">
                <a:moveTo>
                  <a:pt x="12041878" y="0"/>
                </a:moveTo>
                <a:lnTo>
                  <a:pt x="0" y="0"/>
                </a:lnTo>
                <a:lnTo>
                  <a:pt x="0" y="10706323"/>
                </a:lnTo>
                <a:lnTo>
                  <a:pt x="12041878" y="10706323"/>
                </a:lnTo>
                <a:lnTo>
                  <a:pt x="1204187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a:extLst>
              <a:ext uri="{FF2B5EF4-FFF2-40B4-BE49-F238E27FC236}">
                <a16:creationId xmlns:a16="http://schemas.microsoft.com/office/drawing/2014/main" id="{5E6E7FD0-AF19-B261-7E7B-6080B1F90AC3}"/>
              </a:ext>
            </a:extLst>
          </p:cNvPr>
          <p:cNvSpPr/>
          <p:nvPr/>
        </p:nvSpPr>
        <p:spPr>
          <a:xfrm flipH="1">
            <a:off x="12180961" y="547285"/>
            <a:ext cx="5372754" cy="4923396"/>
          </a:xfrm>
          <a:custGeom>
            <a:avLst/>
            <a:gdLst/>
            <a:ahLst/>
            <a:cxnLst/>
            <a:rect l="l" t="t" r="r" b="b"/>
            <a:pathLst>
              <a:path w="5372754" h="4923396">
                <a:moveTo>
                  <a:pt x="5372754" y="0"/>
                </a:moveTo>
                <a:lnTo>
                  <a:pt x="0" y="0"/>
                </a:lnTo>
                <a:lnTo>
                  <a:pt x="0" y="4923397"/>
                </a:lnTo>
                <a:lnTo>
                  <a:pt x="5372754" y="4923397"/>
                </a:lnTo>
                <a:lnTo>
                  <a:pt x="5372754"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a:extLst>
              <a:ext uri="{FF2B5EF4-FFF2-40B4-BE49-F238E27FC236}">
                <a16:creationId xmlns:a16="http://schemas.microsoft.com/office/drawing/2014/main" id="{8A672B9D-3E8B-9C1D-07EC-366EAE13AD66}"/>
              </a:ext>
            </a:extLst>
          </p:cNvPr>
          <p:cNvSpPr/>
          <p:nvPr/>
        </p:nvSpPr>
        <p:spPr>
          <a:xfrm>
            <a:off x="2908614" y="885164"/>
            <a:ext cx="4453436" cy="2882588"/>
          </a:xfrm>
          <a:custGeom>
            <a:avLst/>
            <a:gdLst/>
            <a:ahLst/>
            <a:cxnLst/>
            <a:rect l="l" t="t" r="r" b="b"/>
            <a:pathLst>
              <a:path w="4453436" h="2882588">
                <a:moveTo>
                  <a:pt x="0" y="0"/>
                </a:moveTo>
                <a:lnTo>
                  <a:pt x="4453436" y="0"/>
                </a:lnTo>
                <a:lnTo>
                  <a:pt x="4453436" y="2882587"/>
                </a:lnTo>
                <a:lnTo>
                  <a:pt x="0" y="28825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a:extLst>
              <a:ext uri="{FF2B5EF4-FFF2-40B4-BE49-F238E27FC236}">
                <a16:creationId xmlns:a16="http://schemas.microsoft.com/office/drawing/2014/main" id="{6CF60126-5B5E-8006-508F-9A6A3D544F9C}"/>
              </a:ext>
            </a:extLst>
          </p:cNvPr>
          <p:cNvSpPr/>
          <p:nvPr/>
        </p:nvSpPr>
        <p:spPr>
          <a:xfrm>
            <a:off x="15163833" y="7808379"/>
            <a:ext cx="2095467" cy="1449921"/>
          </a:xfrm>
          <a:custGeom>
            <a:avLst/>
            <a:gdLst/>
            <a:ahLst/>
            <a:cxnLst/>
            <a:rect l="l" t="t" r="r" b="b"/>
            <a:pathLst>
              <a:path w="2095467" h="1449921">
                <a:moveTo>
                  <a:pt x="0" y="0"/>
                </a:moveTo>
                <a:lnTo>
                  <a:pt x="2095467" y="0"/>
                </a:lnTo>
                <a:lnTo>
                  <a:pt x="2095467" y="1449921"/>
                </a:lnTo>
                <a:lnTo>
                  <a:pt x="0" y="1449921"/>
                </a:lnTo>
                <a:lnTo>
                  <a:pt x="0" y="0"/>
                </a:lnTo>
                <a:close/>
              </a:path>
            </a:pathLst>
          </a:custGeom>
          <a:blipFill>
            <a:blip r:embed="rId8">
              <a:extLst>
                <a:ext uri="{96DAC541-7B7A-43D3-8B79-37D633B846F1}">
                  <asvg:svgBlip xmlns:asvg="http://schemas.microsoft.com/office/drawing/2016/SVG/main" r:embed="rId9"/>
                </a:ext>
              </a:extLst>
            </a:blip>
            <a:stretch>
              <a:fillRect l="-166580" t="-110847"/>
            </a:stretch>
          </a:blipFill>
        </p:spPr>
      </p:sp>
      <p:sp>
        <p:nvSpPr>
          <p:cNvPr id="13" name="TextBox 13">
            <a:extLst>
              <a:ext uri="{FF2B5EF4-FFF2-40B4-BE49-F238E27FC236}">
                <a16:creationId xmlns:a16="http://schemas.microsoft.com/office/drawing/2014/main" id="{CFB3771A-AACE-E8C9-CF77-E666960E2710}"/>
              </a:ext>
            </a:extLst>
          </p:cNvPr>
          <p:cNvSpPr txBox="1"/>
          <p:nvPr/>
        </p:nvSpPr>
        <p:spPr>
          <a:xfrm>
            <a:off x="2908614" y="4569585"/>
            <a:ext cx="9385621" cy="1271656"/>
          </a:xfrm>
          <a:prstGeom prst="rect">
            <a:avLst/>
          </a:prstGeom>
        </p:spPr>
        <p:txBody>
          <a:bodyPr lIns="0" tIns="0" rIns="0" bIns="0" rtlCol="0" anchor="t">
            <a:spAutoFit/>
          </a:bodyPr>
          <a:lstStyle/>
          <a:p>
            <a:pPr algn="l">
              <a:lnSpc>
                <a:spcPts val="8892"/>
              </a:lnSpc>
            </a:pPr>
            <a:r>
              <a:rPr lang="en-US" sz="9167" b="1">
                <a:solidFill>
                  <a:srgbClr val="222222"/>
                </a:solidFill>
                <a:latin typeface="Poppins Bold"/>
                <a:ea typeface="Poppins Bold"/>
                <a:cs typeface="Poppins Bold"/>
                <a:sym typeface="Poppins Bold"/>
              </a:rPr>
              <a:t>BACKGROUND</a:t>
            </a:r>
          </a:p>
        </p:txBody>
      </p:sp>
      <p:sp>
        <p:nvSpPr>
          <p:cNvPr id="14" name="TextBox 14">
            <a:extLst>
              <a:ext uri="{FF2B5EF4-FFF2-40B4-BE49-F238E27FC236}">
                <a16:creationId xmlns:a16="http://schemas.microsoft.com/office/drawing/2014/main" id="{C93D91EE-F75C-E6DE-0237-DC7B09EA07FD}"/>
              </a:ext>
            </a:extLst>
          </p:cNvPr>
          <p:cNvSpPr txBox="1"/>
          <p:nvPr/>
        </p:nvSpPr>
        <p:spPr>
          <a:xfrm>
            <a:off x="2908614" y="5934476"/>
            <a:ext cx="9649814" cy="3208782"/>
          </a:xfrm>
          <a:prstGeom prst="rect">
            <a:avLst/>
          </a:prstGeom>
        </p:spPr>
        <p:txBody>
          <a:bodyPr lIns="0" tIns="0" rIns="0" bIns="0" rtlCol="0" anchor="t">
            <a:spAutoFit/>
          </a:bodyPr>
          <a:lstStyle/>
          <a:p>
            <a:pPr algn="just">
              <a:lnSpc>
                <a:spcPts val="5229"/>
              </a:lnSpc>
            </a:pPr>
            <a:r>
              <a:rPr lang="en-US" sz="2100">
                <a:solidFill>
                  <a:srgbClr val="222222"/>
                </a:solidFill>
                <a:latin typeface="DM Sans"/>
                <a:ea typeface="DM Sans"/>
                <a:cs typeface="DM Sans"/>
                <a:sym typeface="DM Sans"/>
              </a:rPr>
              <a:t>Lorem ipsum dolor sit amet, consectetur adipiscing elit. Nullam interdum hendrerit magna et molestie. In in blandit lorem. Vivamus porta varius orci, eu dapibus urna vestibulum in. Maecenas lobortis condimentum mi, ut gravida purus facilisis ac. Pellentesque sodales turpis turpis, eget faucibus ligula bibendum et. Integer eu congue nisl.</a:t>
            </a:r>
          </a:p>
        </p:txBody>
      </p:sp>
    </p:spTree>
    <p:extLst>
      <p:ext uri="{BB962C8B-B14F-4D97-AF65-F5344CB8AC3E}">
        <p14:creationId xmlns:p14="http://schemas.microsoft.com/office/powerpoint/2010/main" val="12010911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EC86E-CBE6-91EA-35C7-C0E07D95388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467BB28-C01C-14C4-E339-2E3E3288D21B}"/>
              </a:ext>
            </a:extLst>
          </p:cNvPr>
          <p:cNvSpPr/>
          <p:nvPr/>
        </p:nvSpPr>
        <p:spPr>
          <a:xfrm rot="-3302812">
            <a:off x="10286826" y="-6944635"/>
            <a:ext cx="13560324" cy="11834465"/>
          </a:xfrm>
          <a:custGeom>
            <a:avLst/>
            <a:gdLst/>
            <a:ahLst/>
            <a:cxnLst/>
            <a:rect l="l" t="t" r="r" b="b"/>
            <a:pathLst>
              <a:path w="13560324" h="11834465">
                <a:moveTo>
                  <a:pt x="0" y="0"/>
                </a:moveTo>
                <a:lnTo>
                  <a:pt x="13560325" y="0"/>
                </a:lnTo>
                <a:lnTo>
                  <a:pt x="13560325" y="11834465"/>
                </a:lnTo>
                <a:lnTo>
                  <a:pt x="0" y="118344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4F6A6C5B-A244-BFA1-B1D9-293E763D6482}"/>
              </a:ext>
            </a:extLst>
          </p:cNvPr>
          <p:cNvSpPr/>
          <p:nvPr/>
        </p:nvSpPr>
        <p:spPr>
          <a:xfrm rot="-3302812">
            <a:off x="-6476244" y="5127615"/>
            <a:ext cx="13560324" cy="11834465"/>
          </a:xfrm>
          <a:custGeom>
            <a:avLst/>
            <a:gdLst/>
            <a:ahLst/>
            <a:cxnLst/>
            <a:rect l="l" t="t" r="r" b="b"/>
            <a:pathLst>
              <a:path w="13560324" h="11834465">
                <a:moveTo>
                  <a:pt x="0" y="0"/>
                </a:moveTo>
                <a:lnTo>
                  <a:pt x="13560324" y="0"/>
                </a:lnTo>
                <a:lnTo>
                  <a:pt x="13560324" y="11834465"/>
                </a:lnTo>
                <a:lnTo>
                  <a:pt x="0" y="118344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a:extLst>
              <a:ext uri="{FF2B5EF4-FFF2-40B4-BE49-F238E27FC236}">
                <a16:creationId xmlns:a16="http://schemas.microsoft.com/office/drawing/2014/main" id="{F93F3DDC-37AD-1C5C-2771-2744675849D0}"/>
              </a:ext>
            </a:extLst>
          </p:cNvPr>
          <p:cNvGrpSpPr/>
          <p:nvPr/>
        </p:nvGrpSpPr>
        <p:grpSpPr>
          <a:xfrm>
            <a:off x="6703373" y="5846441"/>
            <a:ext cx="4881254" cy="851461"/>
            <a:chOff x="0" y="0"/>
            <a:chExt cx="1285598" cy="224253"/>
          </a:xfrm>
        </p:grpSpPr>
        <p:sp>
          <p:nvSpPr>
            <p:cNvPr id="5" name="Freeform 5">
              <a:extLst>
                <a:ext uri="{FF2B5EF4-FFF2-40B4-BE49-F238E27FC236}">
                  <a16:creationId xmlns:a16="http://schemas.microsoft.com/office/drawing/2014/main" id="{CD214B29-E4A2-1FF7-13C4-29585E379AC4}"/>
                </a:ext>
              </a:extLst>
            </p:cNvPr>
            <p:cNvSpPr/>
            <p:nvPr/>
          </p:nvSpPr>
          <p:spPr>
            <a:xfrm>
              <a:off x="0" y="0"/>
              <a:ext cx="1285598" cy="224253"/>
            </a:xfrm>
            <a:custGeom>
              <a:avLst/>
              <a:gdLst/>
              <a:ahLst/>
              <a:cxnLst/>
              <a:rect l="l" t="t" r="r" b="b"/>
              <a:pathLst>
                <a:path w="1285598" h="224253">
                  <a:moveTo>
                    <a:pt x="49168" y="0"/>
                  </a:moveTo>
                  <a:lnTo>
                    <a:pt x="1236430" y="0"/>
                  </a:lnTo>
                  <a:cubicBezTo>
                    <a:pt x="1263585" y="0"/>
                    <a:pt x="1285598" y="22013"/>
                    <a:pt x="1285598" y="49168"/>
                  </a:cubicBezTo>
                  <a:lnTo>
                    <a:pt x="1285598" y="175086"/>
                  </a:lnTo>
                  <a:cubicBezTo>
                    <a:pt x="1285598" y="188126"/>
                    <a:pt x="1280418" y="200632"/>
                    <a:pt x="1271197" y="209852"/>
                  </a:cubicBezTo>
                  <a:cubicBezTo>
                    <a:pt x="1261976" y="219073"/>
                    <a:pt x="1249470" y="224253"/>
                    <a:pt x="1236430" y="224253"/>
                  </a:cubicBezTo>
                  <a:lnTo>
                    <a:pt x="49168" y="224253"/>
                  </a:lnTo>
                  <a:cubicBezTo>
                    <a:pt x="22013" y="224253"/>
                    <a:pt x="0" y="202240"/>
                    <a:pt x="0" y="175086"/>
                  </a:cubicBezTo>
                  <a:lnTo>
                    <a:pt x="0" y="49168"/>
                  </a:lnTo>
                  <a:cubicBezTo>
                    <a:pt x="0" y="22013"/>
                    <a:pt x="22013" y="0"/>
                    <a:pt x="49168" y="0"/>
                  </a:cubicBezTo>
                  <a:close/>
                </a:path>
              </a:pathLst>
            </a:custGeom>
            <a:solidFill>
              <a:srgbClr val="E08479"/>
            </a:solidFill>
          </p:spPr>
        </p:sp>
        <p:sp>
          <p:nvSpPr>
            <p:cNvPr id="6" name="TextBox 6">
              <a:extLst>
                <a:ext uri="{FF2B5EF4-FFF2-40B4-BE49-F238E27FC236}">
                  <a16:creationId xmlns:a16="http://schemas.microsoft.com/office/drawing/2014/main" id="{0A1B8C8D-3587-363C-010A-910A32C77610}"/>
                </a:ext>
              </a:extLst>
            </p:cNvPr>
            <p:cNvSpPr txBox="1"/>
            <p:nvPr/>
          </p:nvSpPr>
          <p:spPr>
            <a:xfrm>
              <a:off x="0" y="-47625"/>
              <a:ext cx="1285598" cy="271878"/>
            </a:xfrm>
            <a:prstGeom prst="rect">
              <a:avLst/>
            </a:prstGeom>
          </p:spPr>
          <p:txBody>
            <a:bodyPr lIns="50800" tIns="50800" rIns="50800" bIns="50800" rtlCol="0" anchor="ctr"/>
            <a:lstStyle/>
            <a:p>
              <a:pPr algn="ctr">
                <a:lnSpc>
                  <a:spcPts val="2940"/>
                </a:lnSpc>
              </a:pPr>
              <a:endParaRPr/>
            </a:p>
          </p:txBody>
        </p:sp>
      </p:grpSp>
      <p:sp>
        <p:nvSpPr>
          <p:cNvPr id="7" name="Freeform 7">
            <a:extLst>
              <a:ext uri="{FF2B5EF4-FFF2-40B4-BE49-F238E27FC236}">
                <a16:creationId xmlns:a16="http://schemas.microsoft.com/office/drawing/2014/main" id="{DE374536-D876-B550-8D59-6CE6870C3A64}"/>
              </a:ext>
            </a:extLst>
          </p:cNvPr>
          <p:cNvSpPr/>
          <p:nvPr/>
        </p:nvSpPr>
        <p:spPr>
          <a:xfrm>
            <a:off x="772150" y="6059827"/>
            <a:ext cx="2935590" cy="3494750"/>
          </a:xfrm>
          <a:custGeom>
            <a:avLst/>
            <a:gdLst/>
            <a:ahLst/>
            <a:cxnLst/>
            <a:rect l="l" t="t" r="r" b="b"/>
            <a:pathLst>
              <a:path w="2935590" h="3494750">
                <a:moveTo>
                  <a:pt x="0" y="0"/>
                </a:moveTo>
                <a:lnTo>
                  <a:pt x="2935590" y="0"/>
                </a:lnTo>
                <a:lnTo>
                  <a:pt x="2935590" y="3494750"/>
                </a:lnTo>
                <a:lnTo>
                  <a:pt x="0" y="34947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a:extLst>
              <a:ext uri="{FF2B5EF4-FFF2-40B4-BE49-F238E27FC236}">
                <a16:creationId xmlns:a16="http://schemas.microsoft.com/office/drawing/2014/main" id="{8B33E040-D6E2-4FBD-1686-E78D67644923}"/>
              </a:ext>
            </a:extLst>
          </p:cNvPr>
          <p:cNvSpPr/>
          <p:nvPr/>
        </p:nvSpPr>
        <p:spPr>
          <a:xfrm>
            <a:off x="14878525" y="591348"/>
            <a:ext cx="2617483" cy="3355748"/>
          </a:xfrm>
          <a:custGeom>
            <a:avLst/>
            <a:gdLst/>
            <a:ahLst/>
            <a:cxnLst/>
            <a:rect l="l" t="t" r="r" b="b"/>
            <a:pathLst>
              <a:path w="2617483" h="3355748">
                <a:moveTo>
                  <a:pt x="0" y="0"/>
                </a:moveTo>
                <a:lnTo>
                  <a:pt x="2617483" y="0"/>
                </a:lnTo>
                <a:lnTo>
                  <a:pt x="2617483" y="3355748"/>
                </a:lnTo>
                <a:lnTo>
                  <a:pt x="0" y="335574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62435B6B-0C22-80E2-A5EA-3B3FB031F6AE}"/>
              </a:ext>
            </a:extLst>
          </p:cNvPr>
          <p:cNvSpPr txBox="1"/>
          <p:nvPr/>
        </p:nvSpPr>
        <p:spPr>
          <a:xfrm>
            <a:off x="3254300" y="3919603"/>
            <a:ext cx="11779400" cy="1926837"/>
          </a:xfrm>
          <a:prstGeom prst="rect">
            <a:avLst/>
          </a:prstGeom>
        </p:spPr>
        <p:txBody>
          <a:bodyPr lIns="0" tIns="0" rIns="0" bIns="0" rtlCol="0" anchor="t">
            <a:spAutoFit/>
          </a:bodyPr>
          <a:lstStyle/>
          <a:p>
            <a:pPr algn="ctr">
              <a:lnSpc>
                <a:spcPts val="13382"/>
              </a:lnSpc>
            </a:pPr>
            <a:r>
              <a:rPr lang="en-US" sz="13796" b="1">
                <a:solidFill>
                  <a:srgbClr val="222222"/>
                </a:solidFill>
                <a:latin typeface="Poppins Bold"/>
                <a:ea typeface="Poppins Bold"/>
                <a:cs typeface="Poppins Bold"/>
                <a:sym typeface="Poppins Bold"/>
              </a:rPr>
              <a:t>THANK YOU</a:t>
            </a:r>
          </a:p>
        </p:txBody>
      </p:sp>
      <p:sp>
        <p:nvSpPr>
          <p:cNvPr id="10" name="TextBox 10">
            <a:extLst>
              <a:ext uri="{FF2B5EF4-FFF2-40B4-BE49-F238E27FC236}">
                <a16:creationId xmlns:a16="http://schemas.microsoft.com/office/drawing/2014/main" id="{B1E88A6B-BBE6-4FE3-63A5-B852E5387330}"/>
              </a:ext>
            </a:extLst>
          </p:cNvPr>
          <p:cNvSpPr txBox="1"/>
          <p:nvPr/>
        </p:nvSpPr>
        <p:spPr>
          <a:xfrm>
            <a:off x="6703373" y="6088402"/>
            <a:ext cx="4881254" cy="396113"/>
          </a:xfrm>
          <a:prstGeom prst="rect">
            <a:avLst/>
          </a:prstGeom>
        </p:spPr>
        <p:txBody>
          <a:bodyPr lIns="0" tIns="0" rIns="0" bIns="0" rtlCol="0" anchor="t">
            <a:spAutoFit/>
          </a:bodyPr>
          <a:lstStyle/>
          <a:p>
            <a:pPr marL="0" lvl="0" indent="0" algn="ctr">
              <a:lnSpc>
                <a:spcPts val="2715"/>
              </a:lnSpc>
              <a:spcBef>
                <a:spcPct val="0"/>
              </a:spcBef>
            </a:pPr>
            <a:r>
              <a:rPr lang="en-US" sz="2799" b="1">
                <a:solidFill>
                  <a:srgbClr val="222222"/>
                </a:solidFill>
                <a:latin typeface="Poppins Bold"/>
                <a:ea typeface="Poppins Bold"/>
                <a:cs typeface="Poppins Bold"/>
                <a:sym typeface="Poppins Bold"/>
              </a:rPr>
              <a:t>BY CLAUDIA ALVES</a:t>
            </a:r>
          </a:p>
        </p:txBody>
      </p:sp>
      <p:sp>
        <p:nvSpPr>
          <p:cNvPr id="11" name="TextBox 11">
            <a:extLst>
              <a:ext uri="{FF2B5EF4-FFF2-40B4-BE49-F238E27FC236}">
                <a16:creationId xmlns:a16="http://schemas.microsoft.com/office/drawing/2014/main" id="{39D4BE20-99F3-A2D6-E674-CBA00000C78C}"/>
              </a:ext>
            </a:extLst>
          </p:cNvPr>
          <p:cNvSpPr txBox="1"/>
          <p:nvPr/>
        </p:nvSpPr>
        <p:spPr>
          <a:xfrm>
            <a:off x="1028700" y="981075"/>
            <a:ext cx="5166285" cy="365760"/>
          </a:xfrm>
          <a:prstGeom prst="rect">
            <a:avLst/>
          </a:prstGeom>
        </p:spPr>
        <p:txBody>
          <a:bodyPr lIns="0" tIns="0" rIns="0" bIns="0" rtlCol="0" anchor="t">
            <a:spAutoFit/>
          </a:bodyPr>
          <a:lstStyle/>
          <a:p>
            <a:pPr algn="just">
              <a:lnSpc>
                <a:spcPts val="2940"/>
              </a:lnSpc>
              <a:spcBef>
                <a:spcPct val="0"/>
              </a:spcBef>
            </a:pPr>
            <a:r>
              <a:rPr lang="en-US" sz="2100" b="1" spc="898">
                <a:solidFill>
                  <a:srgbClr val="222222"/>
                </a:solidFill>
                <a:latin typeface="DM Sans Bold"/>
                <a:ea typeface="DM Sans Bold"/>
                <a:cs typeface="DM Sans Bold"/>
                <a:sym typeface="DM Sans Bold"/>
              </a:rPr>
              <a:t>PSYCHOLOGY 2025</a:t>
            </a:r>
          </a:p>
        </p:txBody>
      </p:sp>
      <p:sp>
        <p:nvSpPr>
          <p:cNvPr id="12" name="TextBox 12">
            <a:extLst>
              <a:ext uri="{FF2B5EF4-FFF2-40B4-BE49-F238E27FC236}">
                <a16:creationId xmlns:a16="http://schemas.microsoft.com/office/drawing/2014/main" id="{9C2E7BA2-D1D7-34A8-DEE6-8A7EE1542F5D}"/>
              </a:ext>
            </a:extLst>
          </p:cNvPr>
          <p:cNvSpPr txBox="1"/>
          <p:nvPr/>
        </p:nvSpPr>
        <p:spPr>
          <a:xfrm>
            <a:off x="12093015" y="8892540"/>
            <a:ext cx="5166285" cy="365760"/>
          </a:xfrm>
          <a:prstGeom prst="rect">
            <a:avLst/>
          </a:prstGeom>
        </p:spPr>
        <p:txBody>
          <a:bodyPr lIns="0" tIns="0" rIns="0" bIns="0" rtlCol="0" anchor="t">
            <a:spAutoFit/>
          </a:bodyPr>
          <a:lstStyle/>
          <a:p>
            <a:pPr algn="r">
              <a:lnSpc>
                <a:spcPts val="2940"/>
              </a:lnSpc>
              <a:spcBef>
                <a:spcPct val="0"/>
              </a:spcBef>
            </a:pPr>
            <a:r>
              <a:rPr lang="en-US" sz="2100" b="1" spc="898">
                <a:solidFill>
                  <a:srgbClr val="222222"/>
                </a:solidFill>
                <a:latin typeface="DM Sans Bold"/>
                <a:ea typeface="DM Sans Bold"/>
                <a:cs typeface="DM Sans Bold"/>
                <a:sym typeface="DM Sans Bold"/>
              </a:rPr>
              <a:t>16 AUGUST, 2025</a:t>
            </a:r>
          </a:p>
        </p:txBody>
      </p:sp>
    </p:spTree>
    <p:extLst>
      <p:ext uri="{BB962C8B-B14F-4D97-AF65-F5344CB8AC3E}">
        <p14:creationId xmlns:p14="http://schemas.microsoft.com/office/powerpoint/2010/main" val="1985805895"/>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TotalTime>
  <Words>596</Words>
  <Application>Microsoft Office PowerPoint</Application>
  <PresentationFormat>Custom</PresentationFormat>
  <Paragraphs>62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Poppins Bold</vt:lpstr>
      <vt:lpstr>DM Sans</vt:lpstr>
      <vt:lpstr>Arial</vt:lpstr>
      <vt:lpstr>DM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and Red Illustrative Psychology Thesis Defense Presentation</dc:title>
  <dc:creator>Elin Pattanayak</dc:creator>
  <cp:lastModifiedBy>Elin Pattanayak</cp:lastModifiedBy>
  <cp:revision>4</cp:revision>
  <dcterms:created xsi:type="dcterms:W3CDTF">2006-08-16T00:00:00Z</dcterms:created>
  <dcterms:modified xsi:type="dcterms:W3CDTF">2025-05-27T04:57:13Z</dcterms:modified>
  <dc:identifier>DAGomvvu58Y</dc:identifier>
</cp:coreProperties>
</file>